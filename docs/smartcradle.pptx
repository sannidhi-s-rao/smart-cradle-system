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1"/>
  </p:notesMasterIdLst>
  <p:handoutMasterIdLst>
    <p:handoutMasterId r:id="rId12"/>
  </p:handoutMasterIdLst>
  <p:sldIdLst>
    <p:sldId id="257" r:id="rId2"/>
    <p:sldId id="258" r:id="rId3"/>
    <p:sldId id="261" r:id="rId4"/>
    <p:sldId id="267" r:id="rId5"/>
    <p:sldId id="262" r:id="rId6"/>
    <p:sldId id="263" r:id="rId7"/>
    <p:sldId id="264" r:id="rId8"/>
    <p:sldId id="265" r:id="rId9"/>
    <p:sldId id="266"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71BCF3-8F1A-4250-84B8-A7E1093C6D80}" v="1" dt="2025-05-06T06:41:46.9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78" d="100"/>
          <a:sy n="78" d="100"/>
        </p:scale>
        <p:origin x="155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nidhishetty2003@gmail.com" userId="f3e1b419bbc1d2ec" providerId="LiveId" clId="{7A71BCF3-8F1A-4250-84B8-A7E1093C6D80}"/>
    <pc:docChg chg="custSel modSld">
      <pc:chgData name="sannidhishetty2003@gmail.com" userId="f3e1b419bbc1d2ec" providerId="LiveId" clId="{7A71BCF3-8F1A-4250-84B8-A7E1093C6D80}" dt="2025-05-06T06:42:24.651" v="6" actId="1076"/>
      <pc:docMkLst>
        <pc:docMk/>
      </pc:docMkLst>
      <pc:sldChg chg="addSp delSp modSp mod">
        <pc:chgData name="sannidhishetty2003@gmail.com" userId="f3e1b419bbc1d2ec" providerId="LiveId" clId="{7A71BCF3-8F1A-4250-84B8-A7E1093C6D80}" dt="2025-05-06T06:42:24.651" v="6" actId="1076"/>
        <pc:sldMkLst>
          <pc:docMk/>
          <pc:sldMk cId="30596528" sldId="267"/>
        </pc:sldMkLst>
        <pc:spChg chg="add del mod">
          <ac:chgData name="sannidhishetty2003@gmail.com" userId="f3e1b419bbc1d2ec" providerId="LiveId" clId="{7A71BCF3-8F1A-4250-84B8-A7E1093C6D80}" dt="2025-05-06T06:41:46.915" v="1" actId="931"/>
          <ac:spMkLst>
            <pc:docMk/>
            <pc:sldMk cId="30596528" sldId="267"/>
            <ac:spMk id="6" creationId="{D2BE8C77-BAFD-6AB5-E615-BC1BEED5A0E9}"/>
          </ac:spMkLst>
        </pc:spChg>
        <pc:picChg chg="add mod modCrop">
          <ac:chgData name="sannidhishetty2003@gmail.com" userId="f3e1b419bbc1d2ec" providerId="LiveId" clId="{7A71BCF3-8F1A-4250-84B8-A7E1093C6D80}" dt="2025-05-06T06:42:24.651" v="6" actId="1076"/>
          <ac:picMkLst>
            <pc:docMk/>
            <pc:sldMk cId="30596528" sldId="267"/>
            <ac:picMk id="10" creationId="{8EF2AEB0-2990-38B2-27EA-B516CF61B06D}"/>
          </ac:picMkLst>
        </pc:picChg>
        <pc:picChg chg="del">
          <ac:chgData name="sannidhishetty2003@gmail.com" userId="f3e1b419bbc1d2ec" providerId="LiveId" clId="{7A71BCF3-8F1A-4250-84B8-A7E1093C6D80}" dt="2025-05-06T06:41:13.212" v="0" actId="478"/>
          <ac:picMkLst>
            <pc:docMk/>
            <pc:sldMk cId="30596528" sldId="267"/>
            <ac:picMk id="11" creationId="{CBC48913-0E3D-E458-4E41-98BC757DC1B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428CA-8B5D-CF38-196F-FB90F1C909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76B0EC17-D7F6-54D6-CFC3-122E668AD8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7F8327-2510-4E80-817C-4219B9697BE7}" type="datetimeFigureOut">
              <a:rPr lang="en-IN" smtClean="0"/>
              <a:t>19-07-2026</a:t>
            </a:fld>
            <a:endParaRPr lang="en-IN"/>
          </a:p>
        </p:txBody>
      </p:sp>
      <p:sp>
        <p:nvSpPr>
          <p:cNvPr id="4" name="Footer Placeholder 3">
            <a:extLst>
              <a:ext uri="{FF2B5EF4-FFF2-40B4-BE49-F238E27FC236}">
                <a16:creationId xmlns:a16="http://schemas.microsoft.com/office/drawing/2014/main" id="{D1B1FCE8-5EDF-1B6E-B947-004B5580B1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84D15A7-953B-656F-1503-CDE71FEB64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B3B88D-0426-4ACA-87F6-DCAC5DA2B157}" type="slidenum">
              <a:rPr lang="en-IN" smtClean="0"/>
              <a:t>‹#›</a:t>
            </a:fld>
            <a:endParaRPr lang="en-IN"/>
          </a:p>
        </p:txBody>
      </p:sp>
    </p:spTree>
    <p:extLst>
      <p:ext uri="{BB962C8B-B14F-4D97-AF65-F5344CB8AC3E}">
        <p14:creationId xmlns:p14="http://schemas.microsoft.com/office/powerpoint/2010/main" val="8142951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DBAB1-23D9-44A4-A4FD-AA516B087BC1}" type="datetimeFigureOut">
              <a:rPr lang="en-IN" smtClean="0"/>
              <a:t>19-07-2026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FC5E2-F25A-4872-89F8-68872D6A4831}" type="slidenum">
              <a:rPr lang="en-IN" smtClean="0"/>
              <a:t>‹#›</a:t>
            </a:fld>
            <a:endParaRPr lang="en-IN"/>
          </a:p>
        </p:txBody>
      </p:sp>
    </p:spTree>
    <p:extLst>
      <p:ext uri="{BB962C8B-B14F-4D97-AF65-F5344CB8AC3E}">
        <p14:creationId xmlns:p14="http://schemas.microsoft.com/office/powerpoint/2010/main" val="10988075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991E3-FF6E-7F75-91FB-52CEC938FE3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61AD0A57-9FF1-6924-ABBE-F265F6014B1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64C363-DAEE-AB55-0E11-DF5CB744F7D3}"/>
              </a:ext>
            </a:extLst>
          </p:cNvPr>
          <p:cNvSpPr>
            <a:spLocks noGrp="1"/>
          </p:cNvSpPr>
          <p:nvPr>
            <p:ph type="dt" sz="half" idx="10"/>
          </p:nvPr>
        </p:nvSpPr>
        <p:spPr/>
        <p:txBody>
          <a:bodyPr/>
          <a:lstStyle/>
          <a:p>
            <a:fld id="{E4792E6E-A9F6-4423-A64C-538501DC8BB5}" type="datetime1">
              <a:rPr lang="en-IN" smtClean="0"/>
              <a:t>19-07-2026</a:t>
            </a:fld>
            <a:endParaRPr lang="en-IN"/>
          </a:p>
        </p:txBody>
      </p:sp>
      <p:sp>
        <p:nvSpPr>
          <p:cNvPr id="5" name="Footer Placeholder 4">
            <a:extLst>
              <a:ext uri="{FF2B5EF4-FFF2-40B4-BE49-F238E27FC236}">
                <a16:creationId xmlns:a16="http://schemas.microsoft.com/office/drawing/2014/main" id="{C7D9E229-4239-223A-8015-9D1F70B87CB6}"/>
              </a:ext>
            </a:extLst>
          </p:cNvPr>
          <p:cNvSpPr>
            <a:spLocks noGrp="1"/>
          </p:cNvSpPr>
          <p:nvPr>
            <p:ph type="ftr" sz="quarter" idx="11"/>
          </p:nvPr>
        </p:nvSpPr>
        <p:spPr/>
        <p:txBody>
          <a:bodyPr/>
          <a:lstStyle/>
          <a:p>
            <a:r>
              <a:rPr lang="en-IN"/>
              <a:t>Dept. of E&amp;C</a:t>
            </a:r>
          </a:p>
        </p:txBody>
      </p:sp>
      <p:sp>
        <p:nvSpPr>
          <p:cNvPr id="6" name="Slide Number Placeholder 5">
            <a:extLst>
              <a:ext uri="{FF2B5EF4-FFF2-40B4-BE49-F238E27FC236}">
                <a16:creationId xmlns:a16="http://schemas.microsoft.com/office/drawing/2014/main" id="{78397CAE-5E09-9835-35F5-30A6DE112786}"/>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3919490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11FF-2BA6-8E9B-3182-D7F5920C3E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4A899A-678F-D41F-4ADE-EDB782C57F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D93F75-24BD-316E-56DE-EE66B79BDE2A}"/>
              </a:ext>
            </a:extLst>
          </p:cNvPr>
          <p:cNvSpPr>
            <a:spLocks noGrp="1"/>
          </p:cNvSpPr>
          <p:nvPr>
            <p:ph type="dt" sz="half" idx="10"/>
          </p:nvPr>
        </p:nvSpPr>
        <p:spPr/>
        <p:txBody>
          <a:bodyPr/>
          <a:lstStyle/>
          <a:p>
            <a:fld id="{D2C33F12-E454-4F61-98D9-AD11F7DD3461}" type="datetime1">
              <a:rPr lang="en-IN" smtClean="0"/>
              <a:t>19-07-2026</a:t>
            </a:fld>
            <a:endParaRPr lang="en-IN"/>
          </a:p>
        </p:txBody>
      </p:sp>
      <p:sp>
        <p:nvSpPr>
          <p:cNvPr id="5" name="Footer Placeholder 4">
            <a:extLst>
              <a:ext uri="{FF2B5EF4-FFF2-40B4-BE49-F238E27FC236}">
                <a16:creationId xmlns:a16="http://schemas.microsoft.com/office/drawing/2014/main" id="{55E457D3-9CB5-ADF7-8DF5-EB78B67A9CC7}"/>
              </a:ext>
            </a:extLst>
          </p:cNvPr>
          <p:cNvSpPr>
            <a:spLocks noGrp="1"/>
          </p:cNvSpPr>
          <p:nvPr>
            <p:ph type="ftr" sz="quarter" idx="11"/>
          </p:nvPr>
        </p:nvSpPr>
        <p:spPr/>
        <p:txBody>
          <a:bodyPr/>
          <a:lstStyle/>
          <a:p>
            <a:r>
              <a:rPr lang="en-IN"/>
              <a:t>Dept. of E&amp;C</a:t>
            </a:r>
          </a:p>
        </p:txBody>
      </p:sp>
      <p:sp>
        <p:nvSpPr>
          <p:cNvPr id="6" name="Slide Number Placeholder 5">
            <a:extLst>
              <a:ext uri="{FF2B5EF4-FFF2-40B4-BE49-F238E27FC236}">
                <a16:creationId xmlns:a16="http://schemas.microsoft.com/office/drawing/2014/main" id="{B203A81F-FC52-D39D-2D5D-4CA3B73BB272}"/>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104504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17F9-64CE-5BDA-6886-C4221E812F6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3F6DC6D-16F1-732D-0F9C-8E29988E52C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ECD552-3709-1FE5-6EFF-D7A5FC3D2467}"/>
              </a:ext>
            </a:extLst>
          </p:cNvPr>
          <p:cNvSpPr>
            <a:spLocks noGrp="1"/>
          </p:cNvSpPr>
          <p:nvPr>
            <p:ph type="dt" sz="half" idx="10"/>
          </p:nvPr>
        </p:nvSpPr>
        <p:spPr/>
        <p:txBody>
          <a:bodyPr/>
          <a:lstStyle/>
          <a:p>
            <a:fld id="{EE31ADA3-2A28-4E33-99B1-866718BD37B7}" type="datetime1">
              <a:rPr lang="en-IN" smtClean="0"/>
              <a:t>19-07-2026</a:t>
            </a:fld>
            <a:endParaRPr lang="en-IN"/>
          </a:p>
        </p:txBody>
      </p:sp>
      <p:sp>
        <p:nvSpPr>
          <p:cNvPr id="5" name="Footer Placeholder 4">
            <a:extLst>
              <a:ext uri="{FF2B5EF4-FFF2-40B4-BE49-F238E27FC236}">
                <a16:creationId xmlns:a16="http://schemas.microsoft.com/office/drawing/2014/main" id="{93FA1383-554F-722E-5BC5-7493AE0837E3}"/>
              </a:ext>
            </a:extLst>
          </p:cNvPr>
          <p:cNvSpPr>
            <a:spLocks noGrp="1"/>
          </p:cNvSpPr>
          <p:nvPr>
            <p:ph type="ftr" sz="quarter" idx="11"/>
          </p:nvPr>
        </p:nvSpPr>
        <p:spPr/>
        <p:txBody>
          <a:bodyPr/>
          <a:lstStyle/>
          <a:p>
            <a:r>
              <a:rPr lang="en-IN"/>
              <a:t>Dept. of E&amp;C</a:t>
            </a:r>
          </a:p>
        </p:txBody>
      </p:sp>
      <p:sp>
        <p:nvSpPr>
          <p:cNvPr id="6" name="Slide Number Placeholder 5">
            <a:extLst>
              <a:ext uri="{FF2B5EF4-FFF2-40B4-BE49-F238E27FC236}">
                <a16:creationId xmlns:a16="http://schemas.microsoft.com/office/drawing/2014/main" id="{A3911C9A-2D4A-2840-269A-7C339B7C16E5}"/>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1264188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75E1C-EDF0-368D-8096-A1EE17445C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15CC31-0E82-C47D-6316-A46CB8B83E0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B8EBC6-BD36-6788-7E71-45004605A05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9DC5D5-7D75-E7B4-2A94-F418AD2BE013}"/>
              </a:ext>
            </a:extLst>
          </p:cNvPr>
          <p:cNvSpPr>
            <a:spLocks noGrp="1"/>
          </p:cNvSpPr>
          <p:nvPr>
            <p:ph type="dt" sz="half" idx="10"/>
          </p:nvPr>
        </p:nvSpPr>
        <p:spPr/>
        <p:txBody>
          <a:bodyPr/>
          <a:lstStyle/>
          <a:p>
            <a:fld id="{94D046EC-AF3B-4CBF-8AC3-F3C640F0337A}" type="datetime1">
              <a:rPr lang="en-IN" smtClean="0"/>
              <a:t>19-07-2026</a:t>
            </a:fld>
            <a:endParaRPr lang="en-IN"/>
          </a:p>
        </p:txBody>
      </p:sp>
      <p:sp>
        <p:nvSpPr>
          <p:cNvPr id="6" name="Footer Placeholder 5">
            <a:extLst>
              <a:ext uri="{FF2B5EF4-FFF2-40B4-BE49-F238E27FC236}">
                <a16:creationId xmlns:a16="http://schemas.microsoft.com/office/drawing/2014/main" id="{6AD49596-2B04-1204-FC11-7A31B0599FC4}"/>
              </a:ext>
            </a:extLst>
          </p:cNvPr>
          <p:cNvSpPr>
            <a:spLocks noGrp="1"/>
          </p:cNvSpPr>
          <p:nvPr>
            <p:ph type="ftr" sz="quarter" idx="11"/>
          </p:nvPr>
        </p:nvSpPr>
        <p:spPr/>
        <p:txBody>
          <a:bodyPr/>
          <a:lstStyle/>
          <a:p>
            <a:r>
              <a:rPr lang="en-IN"/>
              <a:t>Dept. of E&amp;C</a:t>
            </a:r>
          </a:p>
        </p:txBody>
      </p:sp>
      <p:sp>
        <p:nvSpPr>
          <p:cNvPr id="7" name="Slide Number Placeholder 6">
            <a:extLst>
              <a:ext uri="{FF2B5EF4-FFF2-40B4-BE49-F238E27FC236}">
                <a16:creationId xmlns:a16="http://schemas.microsoft.com/office/drawing/2014/main" id="{64841D0B-AA43-DBEF-1FA0-465ABDDCB6EF}"/>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169374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3473C-0C82-49EE-98E8-870AA1E22A61}"/>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23FEF4-36AD-94F7-D411-497580AC3FB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77A4414-5465-688C-82BB-653D7047D02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06C1DDA-8B29-6790-C57A-D88CDE09369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574E3-BDCB-14F9-D42C-6572D724D40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E75304-F3E2-40DF-21C7-DF521B6BA46B}"/>
              </a:ext>
            </a:extLst>
          </p:cNvPr>
          <p:cNvSpPr>
            <a:spLocks noGrp="1"/>
          </p:cNvSpPr>
          <p:nvPr>
            <p:ph type="dt" sz="half" idx="10"/>
          </p:nvPr>
        </p:nvSpPr>
        <p:spPr/>
        <p:txBody>
          <a:bodyPr/>
          <a:lstStyle/>
          <a:p>
            <a:fld id="{9CE64FD1-5E29-49CA-B968-EBB63DDC9F1D}" type="datetime1">
              <a:rPr lang="en-IN" smtClean="0"/>
              <a:t>19-07-2026</a:t>
            </a:fld>
            <a:endParaRPr lang="en-IN"/>
          </a:p>
        </p:txBody>
      </p:sp>
      <p:sp>
        <p:nvSpPr>
          <p:cNvPr id="8" name="Footer Placeholder 7">
            <a:extLst>
              <a:ext uri="{FF2B5EF4-FFF2-40B4-BE49-F238E27FC236}">
                <a16:creationId xmlns:a16="http://schemas.microsoft.com/office/drawing/2014/main" id="{171B7886-6822-6DE5-2FFE-68D49F484E3B}"/>
              </a:ext>
            </a:extLst>
          </p:cNvPr>
          <p:cNvSpPr>
            <a:spLocks noGrp="1"/>
          </p:cNvSpPr>
          <p:nvPr>
            <p:ph type="ftr" sz="quarter" idx="11"/>
          </p:nvPr>
        </p:nvSpPr>
        <p:spPr/>
        <p:txBody>
          <a:bodyPr/>
          <a:lstStyle/>
          <a:p>
            <a:r>
              <a:rPr lang="en-IN"/>
              <a:t>Dept. of E&amp;C</a:t>
            </a:r>
          </a:p>
        </p:txBody>
      </p:sp>
      <p:sp>
        <p:nvSpPr>
          <p:cNvPr id="9" name="Slide Number Placeholder 8">
            <a:extLst>
              <a:ext uri="{FF2B5EF4-FFF2-40B4-BE49-F238E27FC236}">
                <a16:creationId xmlns:a16="http://schemas.microsoft.com/office/drawing/2014/main" id="{F0C10987-CC66-E6FA-97FC-92CF6E5976C8}"/>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1941549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44AC-EDB2-FE9A-C6E9-BA15DA6552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4E2F8A-3CE6-920B-4EA6-7201B2C29D33}"/>
              </a:ext>
            </a:extLst>
          </p:cNvPr>
          <p:cNvSpPr>
            <a:spLocks noGrp="1"/>
          </p:cNvSpPr>
          <p:nvPr>
            <p:ph type="dt" sz="half" idx="10"/>
          </p:nvPr>
        </p:nvSpPr>
        <p:spPr/>
        <p:txBody>
          <a:bodyPr/>
          <a:lstStyle/>
          <a:p>
            <a:fld id="{33DD34A1-80AE-4612-82A2-633134A2D1D8}" type="datetime1">
              <a:rPr lang="en-IN" smtClean="0"/>
              <a:t>19-07-2026</a:t>
            </a:fld>
            <a:endParaRPr lang="en-IN"/>
          </a:p>
        </p:txBody>
      </p:sp>
      <p:sp>
        <p:nvSpPr>
          <p:cNvPr id="4" name="Footer Placeholder 3">
            <a:extLst>
              <a:ext uri="{FF2B5EF4-FFF2-40B4-BE49-F238E27FC236}">
                <a16:creationId xmlns:a16="http://schemas.microsoft.com/office/drawing/2014/main" id="{F468C99A-E29B-5E23-535D-58A6A3C632B0}"/>
              </a:ext>
            </a:extLst>
          </p:cNvPr>
          <p:cNvSpPr>
            <a:spLocks noGrp="1"/>
          </p:cNvSpPr>
          <p:nvPr>
            <p:ph type="ftr" sz="quarter" idx="11"/>
          </p:nvPr>
        </p:nvSpPr>
        <p:spPr/>
        <p:txBody>
          <a:bodyPr/>
          <a:lstStyle/>
          <a:p>
            <a:r>
              <a:rPr lang="en-IN"/>
              <a:t>Dept. of E&amp;C</a:t>
            </a:r>
          </a:p>
        </p:txBody>
      </p:sp>
      <p:sp>
        <p:nvSpPr>
          <p:cNvPr id="5" name="Slide Number Placeholder 4">
            <a:extLst>
              <a:ext uri="{FF2B5EF4-FFF2-40B4-BE49-F238E27FC236}">
                <a16:creationId xmlns:a16="http://schemas.microsoft.com/office/drawing/2014/main" id="{B386EF74-0349-9EA0-620D-DA692551853B}"/>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77638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B274B5-0E6C-15FE-05EF-F483B62D8E75}"/>
              </a:ext>
            </a:extLst>
          </p:cNvPr>
          <p:cNvSpPr>
            <a:spLocks noGrp="1"/>
          </p:cNvSpPr>
          <p:nvPr>
            <p:ph type="dt" sz="half" idx="10"/>
          </p:nvPr>
        </p:nvSpPr>
        <p:spPr/>
        <p:txBody>
          <a:bodyPr/>
          <a:lstStyle/>
          <a:p>
            <a:fld id="{6E433ED6-B002-4DF0-A2F9-C45FC89825AF}" type="datetime1">
              <a:rPr lang="en-IN" smtClean="0"/>
              <a:t>19-07-2026</a:t>
            </a:fld>
            <a:endParaRPr lang="en-IN"/>
          </a:p>
        </p:txBody>
      </p:sp>
      <p:sp>
        <p:nvSpPr>
          <p:cNvPr id="3" name="Footer Placeholder 2">
            <a:extLst>
              <a:ext uri="{FF2B5EF4-FFF2-40B4-BE49-F238E27FC236}">
                <a16:creationId xmlns:a16="http://schemas.microsoft.com/office/drawing/2014/main" id="{3050BF93-D259-CAE1-7ABF-A26074C2EEC4}"/>
              </a:ext>
            </a:extLst>
          </p:cNvPr>
          <p:cNvSpPr>
            <a:spLocks noGrp="1"/>
          </p:cNvSpPr>
          <p:nvPr>
            <p:ph type="ftr" sz="quarter" idx="11"/>
          </p:nvPr>
        </p:nvSpPr>
        <p:spPr/>
        <p:txBody>
          <a:bodyPr/>
          <a:lstStyle/>
          <a:p>
            <a:r>
              <a:rPr lang="en-IN"/>
              <a:t>Dept. of E&amp;C</a:t>
            </a:r>
          </a:p>
        </p:txBody>
      </p:sp>
      <p:sp>
        <p:nvSpPr>
          <p:cNvPr id="4" name="Slide Number Placeholder 3">
            <a:extLst>
              <a:ext uri="{FF2B5EF4-FFF2-40B4-BE49-F238E27FC236}">
                <a16:creationId xmlns:a16="http://schemas.microsoft.com/office/drawing/2014/main" id="{79354317-C14D-AD7C-52D6-A9C9A957187B}"/>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394980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2B6D-8AA2-36C9-52E5-7641E549503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CEEFB7-A567-C361-C823-4AADE513D11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5529B4-448F-762B-A9DB-D26294E92CE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D05B505-4DD2-4DDF-9C90-EC4BDC9CBDFB}"/>
              </a:ext>
            </a:extLst>
          </p:cNvPr>
          <p:cNvSpPr>
            <a:spLocks noGrp="1"/>
          </p:cNvSpPr>
          <p:nvPr>
            <p:ph type="dt" sz="half" idx="10"/>
          </p:nvPr>
        </p:nvSpPr>
        <p:spPr/>
        <p:txBody>
          <a:bodyPr/>
          <a:lstStyle/>
          <a:p>
            <a:fld id="{DCC863F7-F4EC-44FE-B9F8-A9E23D8444DC}" type="datetime1">
              <a:rPr lang="en-IN" smtClean="0"/>
              <a:t>19-07-2026</a:t>
            </a:fld>
            <a:endParaRPr lang="en-IN"/>
          </a:p>
        </p:txBody>
      </p:sp>
      <p:sp>
        <p:nvSpPr>
          <p:cNvPr id="6" name="Footer Placeholder 5">
            <a:extLst>
              <a:ext uri="{FF2B5EF4-FFF2-40B4-BE49-F238E27FC236}">
                <a16:creationId xmlns:a16="http://schemas.microsoft.com/office/drawing/2014/main" id="{80194D9C-D529-A90C-D082-E2EBDB05C958}"/>
              </a:ext>
            </a:extLst>
          </p:cNvPr>
          <p:cNvSpPr>
            <a:spLocks noGrp="1"/>
          </p:cNvSpPr>
          <p:nvPr>
            <p:ph type="ftr" sz="quarter" idx="11"/>
          </p:nvPr>
        </p:nvSpPr>
        <p:spPr/>
        <p:txBody>
          <a:bodyPr/>
          <a:lstStyle/>
          <a:p>
            <a:r>
              <a:rPr lang="en-IN"/>
              <a:t>Dept. of E&amp;C</a:t>
            </a:r>
          </a:p>
        </p:txBody>
      </p:sp>
      <p:sp>
        <p:nvSpPr>
          <p:cNvPr id="7" name="Slide Number Placeholder 6">
            <a:extLst>
              <a:ext uri="{FF2B5EF4-FFF2-40B4-BE49-F238E27FC236}">
                <a16:creationId xmlns:a16="http://schemas.microsoft.com/office/drawing/2014/main" id="{B663C0A3-6574-9D01-EC85-7C10C425538F}"/>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369258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0CD0-BAD2-0270-DB15-86855C52377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C61878C-B905-7EC9-2B51-44F43C14389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67F13651-B388-E6B1-5E8D-636C7508526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A1B0189-3D39-0D7A-B565-1A7321CE8894}"/>
              </a:ext>
            </a:extLst>
          </p:cNvPr>
          <p:cNvSpPr>
            <a:spLocks noGrp="1"/>
          </p:cNvSpPr>
          <p:nvPr>
            <p:ph type="dt" sz="half" idx="10"/>
          </p:nvPr>
        </p:nvSpPr>
        <p:spPr/>
        <p:txBody>
          <a:bodyPr/>
          <a:lstStyle/>
          <a:p>
            <a:fld id="{B6CC88E8-BDD1-446E-95A2-B6A59EE4C546}" type="datetime1">
              <a:rPr lang="en-IN" smtClean="0"/>
              <a:t>19-07-2026</a:t>
            </a:fld>
            <a:endParaRPr lang="en-IN"/>
          </a:p>
        </p:txBody>
      </p:sp>
      <p:sp>
        <p:nvSpPr>
          <p:cNvPr id="6" name="Footer Placeholder 5">
            <a:extLst>
              <a:ext uri="{FF2B5EF4-FFF2-40B4-BE49-F238E27FC236}">
                <a16:creationId xmlns:a16="http://schemas.microsoft.com/office/drawing/2014/main" id="{97E59AE3-5AED-B21B-7983-8F02FD0D0068}"/>
              </a:ext>
            </a:extLst>
          </p:cNvPr>
          <p:cNvSpPr>
            <a:spLocks noGrp="1"/>
          </p:cNvSpPr>
          <p:nvPr>
            <p:ph type="ftr" sz="quarter" idx="11"/>
          </p:nvPr>
        </p:nvSpPr>
        <p:spPr/>
        <p:txBody>
          <a:bodyPr/>
          <a:lstStyle/>
          <a:p>
            <a:r>
              <a:rPr lang="en-IN"/>
              <a:t>Dept. of E&amp;C</a:t>
            </a:r>
          </a:p>
        </p:txBody>
      </p:sp>
      <p:sp>
        <p:nvSpPr>
          <p:cNvPr id="7" name="Slide Number Placeholder 6">
            <a:extLst>
              <a:ext uri="{FF2B5EF4-FFF2-40B4-BE49-F238E27FC236}">
                <a16:creationId xmlns:a16="http://schemas.microsoft.com/office/drawing/2014/main" id="{841FD7B2-EFD9-9C2C-E97F-46D342E76242}"/>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1408442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05BE8-E308-EDD8-7CC8-8107BECF34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CFFE60-04B6-1A05-59B1-EDA893C184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2DDB35-EC5D-5B23-C6C9-6BD6EB36CA42}"/>
              </a:ext>
            </a:extLst>
          </p:cNvPr>
          <p:cNvSpPr>
            <a:spLocks noGrp="1"/>
          </p:cNvSpPr>
          <p:nvPr>
            <p:ph type="dt" sz="half" idx="10"/>
          </p:nvPr>
        </p:nvSpPr>
        <p:spPr/>
        <p:txBody>
          <a:bodyPr/>
          <a:lstStyle/>
          <a:p>
            <a:fld id="{6557A96F-6CCD-4BC2-9F04-37AE00394ED6}" type="datetime1">
              <a:rPr lang="en-IN" smtClean="0"/>
              <a:t>19-07-2026</a:t>
            </a:fld>
            <a:endParaRPr lang="en-IN"/>
          </a:p>
        </p:txBody>
      </p:sp>
      <p:sp>
        <p:nvSpPr>
          <p:cNvPr id="5" name="Footer Placeholder 4">
            <a:extLst>
              <a:ext uri="{FF2B5EF4-FFF2-40B4-BE49-F238E27FC236}">
                <a16:creationId xmlns:a16="http://schemas.microsoft.com/office/drawing/2014/main" id="{D0EAD707-1153-52ED-564B-44BDCBED4E1F}"/>
              </a:ext>
            </a:extLst>
          </p:cNvPr>
          <p:cNvSpPr>
            <a:spLocks noGrp="1"/>
          </p:cNvSpPr>
          <p:nvPr>
            <p:ph type="ftr" sz="quarter" idx="11"/>
          </p:nvPr>
        </p:nvSpPr>
        <p:spPr/>
        <p:txBody>
          <a:bodyPr/>
          <a:lstStyle/>
          <a:p>
            <a:r>
              <a:rPr lang="en-IN"/>
              <a:t>Dept. of E&amp;C</a:t>
            </a:r>
          </a:p>
        </p:txBody>
      </p:sp>
      <p:sp>
        <p:nvSpPr>
          <p:cNvPr id="6" name="Slide Number Placeholder 5">
            <a:extLst>
              <a:ext uri="{FF2B5EF4-FFF2-40B4-BE49-F238E27FC236}">
                <a16:creationId xmlns:a16="http://schemas.microsoft.com/office/drawing/2014/main" id="{414A89D1-F152-3D73-8094-F63ED0ABD580}"/>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24012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01C8FC-26A6-0F14-0EBF-5E62F6B9BD9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9B72AB-5118-5826-5B7B-CCDDF7FB979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FD810D-DD58-5D21-1040-5266E8F83791}"/>
              </a:ext>
            </a:extLst>
          </p:cNvPr>
          <p:cNvSpPr>
            <a:spLocks noGrp="1"/>
          </p:cNvSpPr>
          <p:nvPr>
            <p:ph type="dt" sz="half" idx="10"/>
          </p:nvPr>
        </p:nvSpPr>
        <p:spPr/>
        <p:txBody>
          <a:bodyPr/>
          <a:lstStyle/>
          <a:p>
            <a:fld id="{9DECE320-D22D-4819-8288-8656FFFF31C6}" type="datetime1">
              <a:rPr lang="en-IN" smtClean="0"/>
              <a:t>19-07-2026</a:t>
            </a:fld>
            <a:endParaRPr lang="en-IN"/>
          </a:p>
        </p:txBody>
      </p:sp>
      <p:sp>
        <p:nvSpPr>
          <p:cNvPr id="5" name="Footer Placeholder 4">
            <a:extLst>
              <a:ext uri="{FF2B5EF4-FFF2-40B4-BE49-F238E27FC236}">
                <a16:creationId xmlns:a16="http://schemas.microsoft.com/office/drawing/2014/main" id="{D8A374CE-DE8C-88BC-DF46-C93259A6D869}"/>
              </a:ext>
            </a:extLst>
          </p:cNvPr>
          <p:cNvSpPr>
            <a:spLocks noGrp="1"/>
          </p:cNvSpPr>
          <p:nvPr>
            <p:ph type="ftr" sz="quarter" idx="11"/>
          </p:nvPr>
        </p:nvSpPr>
        <p:spPr/>
        <p:txBody>
          <a:bodyPr/>
          <a:lstStyle/>
          <a:p>
            <a:r>
              <a:rPr lang="en-IN"/>
              <a:t>Dept. of E&amp;C</a:t>
            </a:r>
          </a:p>
        </p:txBody>
      </p:sp>
      <p:sp>
        <p:nvSpPr>
          <p:cNvPr id="6" name="Slide Number Placeholder 5">
            <a:extLst>
              <a:ext uri="{FF2B5EF4-FFF2-40B4-BE49-F238E27FC236}">
                <a16:creationId xmlns:a16="http://schemas.microsoft.com/office/drawing/2014/main" id="{E9E863BD-E475-70FD-D32D-E12B59BF271F}"/>
              </a:ext>
            </a:extLst>
          </p:cNvPr>
          <p:cNvSpPr>
            <a:spLocks noGrp="1"/>
          </p:cNvSpPr>
          <p:nvPr>
            <p:ph type="sldNum" sz="quarter" idx="12"/>
          </p:nvPr>
        </p:nvSpPr>
        <p:spPr/>
        <p:txBody>
          <a:bodyPr/>
          <a:lstStyle/>
          <a:p>
            <a:fld id="{CEC4E561-08C1-4DAE-A2BA-64F75AB29175}" type="slidenum">
              <a:rPr lang="en-IN" smtClean="0"/>
              <a:t>‹#›</a:t>
            </a:fld>
            <a:endParaRPr lang="en-IN"/>
          </a:p>
        </p:txBody>
      </p:sp>
    </p:spTree>
    <p:extLst>
      <p:ext uri="{BB962C8B-B14F-4D97-AF65-F5344CB8AC3E}">
        <p14:creationId xmlns:p14="http://schemas.microsoft.com/office/powerpoint/2010/main" val="3336741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18F528-35C8-2E26-4D7B-306F592C8FE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A2918C-A9F1-52A9-5114-8B39726D0A6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BFD33A-AE07-8C9B-0A2E-EB3EAA910F0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73FD2A3-91D0-4D6A-B9C8-D3ABD4F611EF}" type="datetime1">
              <a:rPr lang="en-IN" smtClean="0"/>
              <a:t>19-07-2026</a:t>
            </a:fld>
            <a:endParaRPr lang="en-IN"/>
          </a:p>
        </p:txBody>
      </p:sp>
      <p:sp>
        <p:nvSpPr>
          <p:cNvPr id="5" name="Footer Placeholder 4">
            <a:extLst>
              <a:ext uri="{FF2B5EF4-FFF2-40B4-BE49-F238E27FC236}">
                <a16:creationId xmlns:a16="http://schemas.microsoft.com/office/drawing/2014/main" id="{029B5CF2-425A-DDC7-550A-8D8B680845A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IN"/>
              <a:t>Dept. of E&amp;C</a:t>
            </a:r>
          </a:p>
        </p:txBody>
      </p:sp>
      <p:sp>
        <p:nvSpPr>
          <p:cNvPr id="6" name="Slide Number Placeholder 5">
            <a:extLst>
              <a:ext uri="{FF2B5EF4-FFF2-40B4-BE49-F238E27FC236}">
                <a16:creationId xmlns:a16="http://schemas.microsoft.com/office/drawing/2014/main" id="{68E8436B-C77A-CFF1-CD2E-423EA95FBA9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EC4E561-08C1-4DAE-A2BA-64F75AB29175}" type="slidenum">
              <a:rPr lang="en-IN" smtClean="0"/>
              <a:t>‹#›</a:t>
            </a:fld>
            <a:endParaRPr lang="en-IN"/>
          </a:p>
        </p:txBody>
      </p:sp>
    </p:spTree>
    <p:extLst>
      <p:ext uri="{BB962C8B-B14F-4D97-AF65-F5344CB8AC3E}">
        <p14:creationId xmlns:p14="http://schemas.microsoft.com/office/powerpoint/2010/main" val="1633391015"/>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B44C-7747-5DA6-668F-74FE91A21179}"/>
              </a:ext>
            </a:extLst>
          </p:cNvPr>
          <p:cNvSpPr>
            <a:spLocks noGrp="1"/>
          </p:cNvSpPr>
          <p:nvPr>
            <p:ph type="title"/>
          </p:nvPr>
        </p:nvSpPr>
        <p:spPr>
          <a:xfrm>
            <a:off x="628650" y="566567"/>
            <a:ext cx="7886700" cy="852827"/>
          </a:xfrm>
        </p:spPr>
        <p:txBody>
          <a:bodyPr>
            <a:normAutofit/>
          </a:bodyPr>
          <a:lstStyle/>
          <a:p>
            <a:r>
              <a:rPr lang="en-US" sz="4000" b="1" dirty="0">
                <a:solidFill>
                  <a:schemeClr val="tx2"/>
                </a:solidFill>
                <a:effectLst>
                  <a:outerShdw blurRad="38100" dist="38100" dir="2700000" algn="tl">
                    <a:srgbClr val="000000">
                      <a:alpha val="43137"/>
                    </a:srgbClr>
                  </a:outerShdw>
                </a:effectLst>
              </a:rPr>
              <a:t>Contents</a:t>
            </a:r>
            <a:endParaRPr lang="en-IN" sz="4400" b="1" dirty="0">
              <a:solidFill>
                <a:schemeClr val="tx2"/>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F300582-E3BA-A3F6-DB8F-999E384F8E12}"/>
              </a:ext>
            </a:extLst>
          </p:cNvPr>
          <p:cNvSpPr>
            <a:spLocks noGrp="1"/>
          </p:cNvSpPr>
          <p:nvPr>
            <p:ph idx="1"/>
          </p:nvPr>
        </p:nvSpPr>
        <p:spPr>
          <a:xfrm>
            <a:off x="628650" y="1534886"/>
            <a:ext cx="7886700" cy="4642077"/>
          </a:xfrm>
        </p:spPr>
        <p:txBody>
          <a:bodyPr/>
          <a:lstStyle/>
          <a:p>
            <a:r>
              <a:rPr lang="en-US" sz="3200" dirty="0"/>
              <a:t>Introduction</a:t>
            </a:r>
          </a:p>
          <a:p>
            <a:r>
              <a:rPr lang="en-US" sz="3200" dirty="0"/>
              <a:t>Methodology</a:t>
            </a:r>
          </a:p>
          <a:p>
            <a:r>
              <a:rPr lang="en-US" sz="3200" dirty="0"/>
              <a:t>Hardware and Software Requirements</a:t>
            </a:r>
          </a:p>
          <a:p>
            <a:r>
              <a:rPr lang="en-IN" sz="3200" dirty="0"/>
              <a:t>Results and Discussions</a:t>
            </a:r>
          </a:p>
          <a:p>
            <a:r>
              <a:rPr lang="en-IN" sz="3200" dirty="0"/>
              <a:t>Conclusion </a:t>
            </a:r>
          </a:p>
          <a:p>
            <a:r>
              <a:rPr lang="en-IN" sz="3200" dirty="0"/>
              <a:t>References</a:t>
            </a:r>
          </a:p>
          <a:p>
            <a:endParaRPr lang="en-IN" dirty="0"/>
          </a:p>
        </p:txBody>
      </p:sp>
      <p:sp>
        <p:nvSpPr>
          <p:cNvPr id="4" name="Footer Placeholder 3">
            <a:extLst>
              <a:ext uri="{FF2B5EF4-FFF2-40B4-BE49-F238E27FC236}">
                <a16:creationId xmlns:a16="http://schemas.microsoft.com/office/drawing/2014/main" id="{CC39C81A-F016-1C3D-260E-DB1260C7EEF7}"/>
              </a:ext>
            </a:extLst>
          </p:cNvPr>
          <p:cNvSpPr>
            <a:spLocks noGrp="1"/>
          </p:cNvSpPr>
          <p:nvPr>
            <p:ph type="ftr" sz="quarter" idx="11"/>
          </p:nvPr>
        </p:nvSpPr>
        <p:spPr>
          <a:xfrm>
            <a:off x="2686051" y="6356351"/>
            <a:ext cx="3086100" cy="273844"/>
          </a:xfrm>
        </p:spPr>
        <p:txBody>
          <a:bodyPr/>
          <a:lstStyle/>
          <a:p>
            <a:r>
              <a:rPr lang="en-IN" dirty="0"/>
              <a:t>Dept. of E&amp;C</a:t>
            </a:r>
          </a:p>
        </p:txBody>
      </p:sp>
      <p:sp>
        <p:nvSpPr>
          <p:cNvPr id="5" name="Slide Number Placeholder 4">
            <a:extLst>
              <a:ext uri="{FF2B5EF4-FFF2-40B4-BE49-F238E27FC236}">
                <a16:creationId xmlns:a16="http://schemas.microsoft.com/office/drawing/2014/main" id="{9B6D22D7-4BF1-8C43-4B75-61BF31F932DB}"/>
              </a:ext>
            </a:extLst>
          </p:cNvPr>
          <p:cNvSpPr>
            <a:spLocks noGrp="1"/>
          </p:cNvSpPr>
          <p:nvPr>
            <p:ph type="sldNum" sz="quarter" idx="12"/>
          </p:nvPr>
        </p:nvSpPr>
        <p:spPr/>
        <p:txBody>
          <a:bodyPr/>
          <a:lstStyle/>
          <a:p>
            <a:fld id="{CEC4E561-08C1-4DAE-A2BA-64F75AB29175}" type="slidenum">
              <a:rPr lang="en-IN" smtClean="0"/>
              <a:t>1</a:t>
            </a:fld>
            <a:endParaRPr lang="en-IN" dirty="0"/>
          </a:p>
        </p:txBody>
      </p:sp>
    </p:spTree>
    <p:extLst>
      <p:ext uri="{BB962C8B-B14F-4D97-AF65-F5344CB8AC3E}">
        <p14:creationId xmlns:p14="http://schemas.microsoft.com/office/powerpoint/2010/main" val="1788027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7CFAE-77DF-7932-98E3-E36E28DA40CC}"/>
              </a:ext>
            </a:extLst>
          </p:cNvPr>
          <p:cNvSpPr>
            <a:spLocks noGrp="1"/>
          </p:cNvSpPr>
          <p:nvPr>
            <p:ph type="title"/>
          </p:nvPr>
        </p:nvSpPr>
        <p:spPr/>
        <p:txBody>
          <a:bodyPr>
            <a:normAutofit/>
          </a:bodyPr>
          <a:lstStyle/>
          <a:p>
            <a:r>
              <a:rPr lang="en-US" sz="4000" b="1" dirty="0">
                <a:solidFill>
                  <a:schemeClr val="accent1">
                    <a:lumMod val="75000"/>
                  </a:schemeClr>
                </a:solidFill>
                <a:effectLst>
                  <a:outerShdw blurRad="38100" dist="38100" dir="2700000" algn="tl">
                    <a:srgbClr val="000000">
                      <a:alpha val="43137"/>
                    </a:srgbClr>
                  </a:outerShdw>
                </a:effectLst>
              </a:rPr>
              <a:t>Introduction</a:t>
            </a:r>
            <a:endParaRPr lang="en-IN" sz="4000" b="1" dirty="0">
              <a:solidFill>
                <a:schemeClr val="accent1">
                  <a:lumMod val="75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0D59A4B-96C7-BF36-F15C-D54C6E28F4D4}"/>
              </a:ext>
            </a:extLst>
          </p:cNvPr>
          <p:cNvSpPr>
            <a:spLocks noGrp="1"/>
          </p:cNvSpPr>
          <p:nvPr>
            <p:ph idx="1"/>
          </p:nvPr>
        </p:nvSpPr>
        <p:spPr/>
        <p:txBody>
          <a:bodyPr/>
          <a:lstStyle/>
          <a:p>
            <a:pPr algn="just"/>
            <a:r>
              <a:rPr lang="en-US" dirty="0"/>
              <a:t>In today’s fast-paced world, the Smart Cradle merges automation and real-time monitoring to transform childcare. Powered by the ESP32 microcontroller, it detects a baby’s cry, alerts parents instantly, and enables remote cradle rocking, while a moisture sensor ensures the baby’s comfort. </a:t>
            </a:r>
          </a:p>
          <a:p>
            <a:pPr algn="just"/>
            <a:r>
              <a:rPr lang="en-US" dirty="0"/>
              <a:t>Blending smart sensing with seamless communication, the Smart Cradle offers convenience and peace of mind for modern families.</a:t>
            </a:r>
          </a:p>
          <a:p>
            <a:pPr algn="just"/>
            <a:endParaRPr lang="en-IN" dirty="0"/>
          </a:p>
        </p:txBody>
      </p:sp>
      <p:sp>
        <p:nvSpPr>
          <p:cNvPr id="4" name="Footer Placeholder 3">
            <a:extLst>
              <a:ext uri="{FF2B5EF4-FFF2-40B4-BE49-F238E27FC236}">
                <a16:creationId xmlns:a16="http://schemas.microsoft.com/office/drawing/2014/main" id="{12E859B7-0279-956E-62D0-5777E1AA49BE}"/>
              </a:ext>
            </a:extLst>
          </p:cNvPr>
          <p:cNvSpPr>
            <a:spLocks noGrp="1"/>
          </p:cNvSpPr>
          <p:nvPr>
            <p:ph type="ftr" sz="quarter" idx="11"/>
          </p:nvPr>
        </p:nvSpPr>
        <p:spPr/>
        <p:txBody>
          <a:bodyPr/>
          <a:lstStyle/>
          <a:p>
            <a:r>
              <a:rPr lang="en-IN"/>
              <a:t>Dept. of E&amp;C</a:t>
            </a:r>
          </a:p>
        </p:txBody>
      </p:sp>
      <p:sp>
        <p:nvSpPr>
          <p:cNvPr id="5" name="Slide Number Placeholder 4">
            <a:extLst>
              <a:ext uri="{FF2B5EF4-FFF2-40B4-BE49-F238E27FC236}">
                <a16:creationId xmlns:a16="http://schemas.microsoft.com/office/drawing/2014/main" id="{BF614A8D-9B0F-2D08-BB8E-3506A5985C8B}"/>
              </a:ext>
            </a:extLst>
          </p:cNvPr>
          <p:cNvSpPr>
            <a:spLocks noGrp="1"/>
          </p:cNvSpPr>
          <p:nvPr>
            <p:ph type="sldNum" sz="quarter" idx="12"/>
          </p:nvPr>
        </p:nvSpPr>
        <p:spPr/>
        <p:txBody>
          <a:bodyPr/>
          <a:lstStyle/>
          <a:p>
            <a:fld id="{CEC4E561-08C1-4DAE-A2BA-64F75AB29175}" type="slidenum">
              <a:rPr lang="en-IN" smtClean="0"/>
              <a:t>2</a:t>
            </a:fld>
            <a:endParaRPr lang="en-IN"/>
          </a:p>
        </p:txBody>
      </p:sp>
    </p:spTree>
    <p:extLst>
      <p:ext uri="{BB962C8B-B14F-4D97-AF65-F5344CB8AC3E}">
        <p14:creationId xmlns:p14="http://schemas.microsoft.com/office/powerpoint/2010/main" val="675929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92272-BA55-FB96-79B5-C62A84F1DF89}"/>
              </a:ext>
            </a:extLst>
          </p:cNvPr>
          <p:cNvSpPr>
            <a:spLocks noGrp="1"/>
          </p:cNvSpPr>
          <p:nvPr>
            <p:ph type="title"/>
          </p:nvPr>
        </p:nvSpPr>
        <p:spPr/>
        <p:txBody>
          <a:bodyPr>
            <a:normAutofit/>
          </a:bodyPr>
          <a:lstStyle/>
          <a:p>
            <a:r>
              <a:rPr lang="en-US" sz="4000" b="1" dirty="0">
                <a:solidFill>
                  <a:schemeClr val="accent1">
                    <a:lumMod val="75000"/>
                  </a:schemeClr>
                </a:solidFill>
                <a:effectLst>
                  <a:outerShdw blurRad="38100" dist="38100" dir="2700000" algn="tl">
                    <a:srgbClr val="000000">
                      <a:alpha val="43137"/>
                    </a:srgbClr>
                  </a:outerShdw>
                </a:effectLst>
              </a:rPr>
              <a:t>Methodology</a:t>
            </a:r>
            <a:endParaRPr lang="en-IN" sz="4000" b="1" dirty="0">
              <a:solidFill>
                <a:schemeClr val="accent1">
                  <a:lumMod val="75000"/>
                </a:schemeClr>
              </a:solidFill>
              <a:effectLst>
                <a:outerShdw blurRad="38100" dist="38100" dir="2700000" algn="tl">
                  <a:srgbClr val="000000">
                    <a:alpha val="43137"/>
                  </a:srgbClr>
                </a:outerShdw>
              </a:effectLst>
            </a:endParaRPr>
          </a:p>
        </p:txBody>
      </p:sp>
      <p:sp>
        <p:nvSpPr>
          <p:cNvPr id="4" name="Footer Placeholder 3">
            <a:extLst>
              <a:ext uri="{FF2B5EF4-FFF2-40B4-BE49-F238E27FC236}">
                <a16:creationId xmlns:a16="http://schemas.microsoft.com/office/drawing/2014/main" id="{40B3D38E-6E84-7DE6-3A4A-9A03B2AD45AD}"/>
              </a:ext>
            </a:extLst>
          </p:cNvPr>
          <p:cNvSpPr>
            <a:spLocks noGrp="1"/>
          </p:cNvSpPr>
          <p:nvPr>
            <p:ph type="ftr" sz="quarter" idx="11"/>
          </p:nvPr>
        </p:nvSpPr>
        <p:spPr/>
        <p:txBody>
          <a:bodyPr/>
          <a:lstStyle/>
          <a:p>
            <a:r>
              <a:rPr lang="en-IN"/>
              <a:t>Dept. of E&amp;C</a:t>
            </a:r>
          </a:p>
        </p:txBody>
      </p:sp>
      <p:sp>
        <p:nvSpPr>
          <p:cNvPr id="5" name="Slide Number Placeholder 4">
            <a:extLst>
              <a:ext uri="{FF2B5EF4-FFF2-40B4-BE49-F238E27FC236}">
                <a16:creationId xmlns:a16="http://schemas.microsoft.com/office/drawing/2014/main" id="{27E942D7-8B57-2976-61C7-F95C0E99A8CB}"/>
              </a:ext>
            </a:extLst>
          </p:cNvPr>
          <p:cNvSpPr>
            <a:spLocks noGrp="1"/>
          </p:cNvSpPr>
          <p:nvPr>
            <p:ph type="sldNum" sz="quarter" idx="12"/>
          </p:nvPr>
        </p:nvSpPr>
        <p:spPr/>
        <p:txBody>
          <a:bodyPr/>
          <a:lstStyle/>
          <a:p>
            <a:fld id="{CEC4E561-08C1-4DAE-A2BA-64F75AB29175}" type="slidenum">
              <a:rPr lang="en-IN" smtClean="0"/>
              <a:t>3</a:t>
            </a:fld>
            <a:endParaRPr lang="en-IN"/>
          </a:p>
        </p:txBody>
      </p:sp>
      <p:pic>
        <p:nvPicPr>
          <p:cNvPr id="6" name="Content Placeholder 5">
            <a:extLst>
              <a:ext uri="{FF2B5EF4-FFF2-40B4-BE49-F238E27FC236}">
                <a16:creationId xmlns:a16="http://schemas.microsoft.com/office/drawing/2014/main" id="{6EB0BA4E-AF82-9CDA-FB7C-656A148409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633504"/>
            <a:ext cx="7856326" cy="3906581"/>
          </a:xfrm>
          <a:prstGeom prst="rect">
            <a:avLst/>
          </a:prstGeom>
        </p:spPr>
      </p:pic>
      <p:sp>
        <p:nvSpPr>
          <p:cNvPr id="8" name="TextBox 7">
            <a:extLst>
              <a:ext uri="{FF2B5EF4-FFF2-40B4-BE49-F238E27FC236}">
                <a16:creationId xmlns:a16="http://schemas.microsoft.com/office/drawing/2014/main" id="{FCE81B2E-54B7-A4B0-F6F0-85C66382471C}"/>
              </a:ext>
            </a:extLst>
          </p:cNvPr>
          <p:cNvSpPr txBox="1"/>
          <p:nvPr/>
        </p:nvSpPr>
        <p:spPr>
          <a:xfrm>
            <a:off x="3933413" y="5640440"/>
            <a:ext cx="1655774" cy="307777"/>
          </a:xfrm>
          <a:prstGeom prst="rect">
            <a:avLst/>
          </a:prstGeom>
          <a:noFill/>
        </p:spPr>
        <p:txBody>
          <a:bodyPr wrap="none" rtlCol="0">
            <a:spAutoFit/>
          </a:bodyPr>
          <a:lstStyle/>
          <a:p>
            <a:r>
              <a:rPr lang="en-US" sz="1400" dirty="0"/>
              <a:t>Fig 1: Block Diagram</a:t>
            </a:r>
            <a:endParaRPr lang="en-IN" sz="1400" dirty="0"/>
          </a:p>
        </p:txBody>
      </p:sp>
    </p:spTree>
    <p:extLst>
      <p:ext uri="{BB962C8B-B14F-4D97-AF65-F5344CB8AC3E}">
        <p14:creationId xmlns:p14="http://schemas.microsoft.com/office/powerpoint/2010/main" val="1035616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BF085-2FA5-F823-0D15-BF57374AE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C4790-FF0D-1892-670B-A4B8E00DC199}"/>
              </a:ext>
            </a:extLst>
          </p:cNvPr>
          <p:cNvSpPr>
            <a:spLocks noGrp="1"/>
          </p:cNvSpPr>
          <p:nvPr>
            <p:ph type="title"/>
          </p:nvPr>
        </p:nvSpPr>
        <p:spPr/>
        <p:txBody>
          <a:bodyPr>
            <a:normAutofit/>
          </a:bodyPr>
          <a:lstStyle/>
          <a:p>
            <a:r>
              <a:rPr lang="en-US" sz="4000" b="1" dirty="0">
                <a:solidFill>
                  <a:schemeClr val="accent1">
                    <a:lumMod val="75000"/>
                  </a:schemeClr>
                </a:solidFill>
                <a:effectLst>
                  <a:outerShdw blurRad="38100" dist="38100" dir="2700000" algn="tl">
                    <a:srgbClr val="000000">
                      <a:alpha val="43137"/>
                    </a:srgbClr>
                  </a:outerShdw>
                </a:effectLst>
              </a:rPr>
              <a:t>Methodology</a:t>
            </a:r>
            <a:endParaRPr lang="en-IN" sz="4000" b="1" dirty="0">
              <a:solidFill>
                <a:schemeClr val="accent1">
                  <a:lumMod val="75000"/>
                </a:schemeClr>
              </a:solidFill>
              <a:effectLst>
                <a:outerShdw blurRad="38100" dist="38100" dir="2700000" algn="tl">
                  <a:srgbClr val="000000">
                    <a:alpha val="43137"/>
                  </a:srgbClr>
                </a:outerShdw>
              </a:effectLst>
            </a:endParaRPr>
          </a:p>
        </p:txBody>
      </p:sp>
      <p:sp>
        <p:nvSpPr>
          <p:cNvPr id="4" name="Footer Placeholder 3">
            <a:extLst>
              <a:ext uri="{FF2B5EF4-FFF2-40B4-BE49-F238E27FC236}">
                <a16:creationId xmlns:a16="http://schemas.microsoft.com/office/drawing/2014/main" id="{1329AB30-27B8-FA3C-C16C-038031969E93}"/>
              </a:ext>
            </a:extLst>
          </p:cNvPr>
          <p:cNvSpPr>
            <a:spLocks noGrp="1"/>
          </p:cNvSpPr>
          <p:nvPr>
            <p:ph type="ftr" sz="quarter" idx="11"/>
          </p:nvPr>
        </p:nvSpPr>
        <p:spPr/>
        <p:txBody>
          <a:bodyPr/>
          <a:lstStyle/>
          <a:p>
            <a:r>
              <a:rPr lang="en-IN" dirty="0"/>
              <a:t>Dept. of E&amp;C</a:t>
            </a:r>
          </a:p>
        </p:txBody>
      </p:sp>
      <p:sp>
        <p:nvSpPr>
          <p:cNvPr id="5" name="Slide Number Placeholder 4">
            <a:extLst>
              <a:ext uri="{FF2B5EF4-FFF2-40B4-BE49-F238E27FC236}">
                <a16:creationId xmlns:a16="http://schemas.microsoft.com/office/drawing/2014/main" id="{E60EC50D-E7FD-EFC4-BC34-56D70AC2EE14}"/>
              </a:ext>
            </a:extLst>
          </p:cNvPr>
          <p:cNvSpPr>
            <a:spLocks noGrp="1"/>
          </p:cNvSpPr>
          <p:nvPr>
            <p:ph type="sldNum" sz="quarter" idx="12"/>
          </p:nvPr>
        </p:nvSpPr>
        <p:spPr/>
        <p:txBody>
          <a:bodyPr/>
          <a:lstStyle/>
          <a:p>
            <a:fld id="{CEC4E561-08C1-4DAE-A2BA-64F75AB29175}" type="slidenum">
              <a:rPr lang="en-IN" smtClean="0"/>
              <a:t>4</a:t>
            </a:fld>
            <a:endParaRPr lang="en-IN"/>
          </a:p>
        </p:txBody>
      </p:sp>
      <p:sp>
        <p:nvSpPr>
          <p:cNvPr id="8" name="TextBox 7">
            <a:extLst>
              <a:ext uri="{FF2B5EF4-FFF2-40B4-BE49-F238E27FC236}">
                <a16:creationId xmlns:a16="http://schemas.microsoft.com/office/drawing/2014/main" id="{923EA388-7487-71B6-23A5-F2F034B23D5B}"/>
              </a:ext>
            </a:extLst>
          </p:cNvPr>
          <p:cNvSpPr txBox="1"/>
          <p:nvPr/>
        </p:nvSpPr>
        <p:spPr>
          <a:xfrm>
            <a:off x="3744113" y="5697788"/>
            <a:ext cx="1399037" cy="307777"/>
          </a:xfrm>
          <a:prstGeom prst="rect">
            <a:avLst/>
          </a:prstGeom>
          <a:noFill/>
        </p:spPr>
        <p:txBody>
          <a:bodyPr wrap="none" rtlCol="0">
            <a:spAutoFit/>
          </a:bodyPr>
          <a:lstStyle/>
          <a:p>
            <a:r>
              <a:rPr lang="en-US" sz="1400" dirty="0"/>
              <a:t>Fig 2: Flow Chart</a:t>
            </a:r>
            <a:endParaRPr lang="en-IN" sz="1400" dirty="0"/>
          </a:p>
        </p:txBody>
      </p:sp>
      <p:pic>
        <p:nvPicPr>
          <p:cNvPr id="10" name="Content Placeholder 9">
            <a:extLst>
              <a:ext uri="{FF2B5EF4-FFF2-40B4-BE49-F238E27FC236}">
                <a16:creationId xmlns:a16="http://schemas.microsoft.com/office/drawing/2014/main" id="{8EF2AEB0-2990-38B2-27EA-B516CF61B06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764" b="1785"/>
          <a:stretch/>
        </p:blipFill>
        <p:spPr>
          <a:xfrm>
            <a:off x="1463202" y="1327354"/>
            <a:ext cx="6217596" cy="4370434"/>
          </a:xfrm>
        </p:spPr>
      </p:pic>
    </p:spTree>
    <p:extLst>
      <p:ext uri="{BB962C8B-B14F-4D97-AF65-F5344CB8AC3E}">
        <p14:creationId xmlns:p14="http://schemas.microsoft.com/office/powerpoint/2010/main" val="30596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7DB36-7D3E-89E4-9833-EDE5F1215271}"/>
              </a:ext>
            </a:extLst>
          </p:cNvPr>
          <p:cNvSpPr>
            <a:spLocks noGrp="1"/>
          </p:cNvSpPr>
          <p:nvPr>
            <p:ph type="title"/>
          </p:nvPr>
        </p:nvSpPr>
        <p:spPr/>
        <p:txBody>
          <a:bodyPr>
            <a:normAutofit/>
          </a:bodyPr>
          <a:lstStyle/>
          <a:p>
            <a:r>
              <a:rPr lang="en-US" sz="4000" b="1" dirty="0">
                <a:solidFill>
                  <a:schemeClr val="accent1">
                    <a:lumMod val="75000"/>
                  </a:schemeClr>
                </a:solidFill>
                <a:effectLst>
                  <a:outerShdw blurRad="38100" dist="38100" dir="2700000" algn="tl">
                    <a:srgbClr val="000000">
                      <a:alpha val="43137"/>
                    </a:srgbClr>
                  </a:outerShdw>
                </a:effectLst>
              </a:rPr>
              <a:t>Hardware and Software Requirements</a:t>
            </a:r>
          </a:p>
        </p:txBody>
      </p:sp>
      <p:sp>
        <p:nvSpPr>
          <p:cNvPr id="3" name="Content Placeholder 2">
            <a:extLst>
              <a:ext uri="{FF2B5EF4-FFF2-40B4-BE49-F238E27FC236}">
                <a16:creationId xmlns:a16="http://schemas.microsoft.com/office/drawing/2014/main" id="{7E7225DF-B3B2-886C-4C95-FF6DBE252F93}"/>
              </a:ext>
            </a:extLst>
          </p:cNvPr>
          <p:cNvSpPr>
            <a:spLocks noGrp="1"/>
          </p:cNvSpPr>
          <p:nvPr>
            <p:ph idx="1"/>
          </p:nvPr>
        </p:nvSpPr>
        <p:spPr/>
        <p:txBody>
          <a:bodyPr/>
          <a:lstStyle/>
          <a:p>
            <a:pPr marL="0" indent="0">
              <a:buNone/>
            </a:pPr>
            <a:r>
              <a:rPr lang="en-IN" b="1" dirty="0">
                <a:effectLst/>
                <a:ea typeface="Times New Roman" panose="02020603050405020304" pitchFamily="18" charset="0"/>
              </a:rPr>
              <a:t>Hardware Components:</a:t>
            </a:r>
          </a:p>
          <a:p>
            <a:r>
              <a:rPr lang="en-IN" dirty="0"/>
              <a:t>ESP32 Microcontroller</a:t>
            </a:r>
          </a:p>
          <a:p>
            <a:r>
              <a:rPr lang="en-IN" dirty="0"/>
              <a:t>Moisture Sensor</a:t>
            </a:r>
          </a:p>
          <a:p>
            <a:r>
              <a:rPr lang="en-IN" dirty="0"/>
              <a:t>Sound Sensor</a:t>
            </a:r>
          </a:p>
          <a:p>
            <a:r>
              <a:rPr lang="en-IN" dirty="0"/>
              <a:t>Servo Motor</a:t>
            </a:r>
          </a:p>
          <a:p>
            <a:pPr marL="0" indent="0">
              <a:buNone/>
            </a:pPr>
            <a:endParaRPr lang="en-IN" dirty="0"/>
          </a:p>
          <a:p>
            <a:pPr marL="0" indent="0">
              <a:buNone/>
            </a:pPr>
            <a:r>
              <a:rPr lang="en-IN" b="1" dirty="0"/>
              <a:t>Software Components:</a:t>
            </a:r>
          </a:p>
          <a:p>
            <a:r>
              <a:rPr lang="en-IN" dirty="0"/>
              <a:t>Arduino IDE</a:t>
            </a:r>
          </a:p>
          <a:p>
            <a:r>
              <a:rPr lang="en-IN" dirty="0"/>
              <a:t>Twilio</a:t>
            </a:r>
          </a:p>
          <a:p>
            <a:r>
              <a:rPr lang="en-IN" dirty="0"/>
              <a:t>MQTT</a:t>
            </a:r>
          </a:p>
          <a:p>
            <a:endParaRPr lang="en-IN" dirty="0"/>
          </a:p>
          <a:p>
            <a:pPr marL="0" indent="0">
              <a:buNone/>
            </a:pPr>
            <a:endParaRPr lang="en-IN" dirty="0"/>
          </a:p>
          <a:p>
            <a:pPr marL="0" indent="0">
              <a:buNone/>
            </a:pPr>
            <a:endParaRPr lang="en-IN" dirty="0"/>
          </a:p>
          <a:p>
            <a:endParaRPr lang="en-IN" dirty="0"/>
          </a:p>
        </p:txBody>
      </p:sp>
      <p:sp>
        <p:nvSpPr>
          <p:cNvPr id="4" name="Footer Placeholder 3">
            <a:extLst>
              <a:ext uri="{FF2B5EF4-FFF2-40B4-BE49-F238E27FC236}">
                <a16:creationId xmlns:a16="http://schemas.microsoft.com/office/drawing/2014/main" id="{71B2F642-8DD1-AFCF-88A8-4B6E1C576564}"/>
              </a:ext>
            </a:extLst>
          </p:cNvPr>
          <p:cNvSpPr>
            <a:spLocks noGrp="1"/>
          </p:cNvSpPr>
          <p:nvPr>
            <p:ph type="ftr" sz="quarter" idx="11"/>
          </p:nvPr>
        </p:nvSpPr>
        <p:spPr/>
        <p:txBody>
          <a:bodyPr/>
          <a:lstStyle/>
          <a:p>
            <a:r>
              <a:rPr lang="en-IN" dirty="0"/>
              <a:t>Dept. of E&amp;C</a:t>
            </a:r>
          </a:p>
        </p:txBody>
      </p:sp>
      <p:sp>
        <p:nvSpPr>
          <p:cNvPr id="5" name="Slide Number Placeholder 4">
            <a:extLst>
              <a:ext uri="{FF2B5EF4-FFF2-40B4-BE49-F238E27FC236}">
                <a16:creationId xmlns:a16="http://schemas.microsoft.com/office/drawing/2014/main" id="{04172C27-C57B-683E-9E05-7470429C4637}"/>
              </a:ext>
            </a:extLst>
          </p:cNvPr>
          <p:cNvSpPr>
            <a:spLocks noGrp="1"/>
          </p:cNvSpPr>
          <p:nvPr>
            <p:ph type="sldNum" sz="quarter" idx="12"/>
          </p:nvPr>
        </p:nvSpPr>
        <p:spPr/>
        <p:txBody>
          <a:bodyPr/>
          <a:lstStyle/>
          <a:p>
            <a:fld id="{CEC4E561-08C1-4DAE-A2BA-64F75AB29175}" type="slidenum">
              <a:rPr lang="en-IN" smtClean="0"/>
              <a:t>5</a:t>
            </a:fld>
            <a:endParaRPr lang="en-IN"/>
          </a:p>
        </p:txBody>
      </p:sp>
      <p:pic>
        <p:nvPicPr>
          <p:cNvPr id="9" name="Picture 8">
            <a:extLst>
              <a:ext uri="{FF2B5EF4-FFF2-40B4-BE49-F238E27FC236}">
                <a16:creationId xmlns:a16="http://schemas.microsoft.com/office/drawing/2014/main" id="{6321BC5C-3740-40F8-85C2-8FFBB6C3FFE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4370" t="4534" r="25441" b="4282"/>
          <a:stretch/>
        </p:blipFill>
        <p:spPr bwMode="auto">
          <a:xfrm rot="16200000">
            <a:off x="4260337" y="1250000"/>
            <a:ext cx="1518285" cy="2758440"/>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8A6F4EB4-1142-A95D-F414-6A2775705693}"/>
              </a:ext>
            </a:extLst>
          </p:cNvPr>
          <p:cNvSpPr txBox="1"/>
          <p:nvPr/>
        </p:nvSpPr>
        <p:spPr>
          <a:xfrm>
            <a:off x="3986760" y="3364806"/>
            <a:ext cx="2065437" cy="307777"/>
          </a:xfrm>
          <a:prstGeom prst="rect">
            <a:avLst/>
          </a:prstGeom>
          <a:noFill/>
        </p:spPr>
        <p:txBody>
          <a:bodyPr wrap="none" rtlCol="0">
            <a:spAutoFit/>
          </a:bodyPr>
          <a:lstStyle/>
          <a:p>
            <a:r>
              <a:rPr lang="en-US" sz="1400" dirty="0"/>
              <a:t>Fig 3: ESP32 </a:t>
            </a:r>
            <a:r>
              <a:rPr lang="en-US" sz="1400" dirty="0" err="1"/>
              <a:t>Micontroller</a:t>
            </a:r>
            <a:endParaRPr lang="en-IN" sz="1400" dirty="0"/>
          </a:p>
        </p:txBody>
      </p:sp>
      <p:pic>
        <p:nvPicPr>
          <p:cNvPr id="11" name="Picture 10">
            <a:extLst>
              <a:ext uri="{FF2B5EF4-FFF2-40B4-BE49-F238E27FC236}">
                <a16:creationId xmlns:a16="http://schemas.microsoft.com/office/drawing/2014/main" id="{8C7129C8-0599-BD01-9D11-7F975ECE6CA2}"/>
              </a:ext>
            </a:extLst>
          </p:cNvPr>
          <p:cNvPicPr>
            <a:picLocks noChangeAspect="1"/>
          </p:cNvPicPr>
          <p:nvPr/>
        </p:nvPicPr>
        <p:blipFill rotWithShape="1">
          <a:blip r:embed="rId3">
            <a:extLst>
              <a:ext uri="{28A0092B-C50C-407E-A947-70E740481C1C}">
                <a14:useLocalDpi xmlns:a14="http://schemas.microsoft.com/office/drawing/2010/main" val="0"/>
              </a:ext>
            </a:extLst>
          </a:blip>
          <a:srcRect l="1" t="6857" r="3000"/>
          <a:stretch/>
        </p:blipFill>
        <p:spPr bwMode="auto">
          <a:xfrm>
            <a:off x="6602129" y="1501716"/>
            <a:ext cx="2217420" cy="1863090"/>
          </a:xfrm>
          <a:prstGeom prst="rect">
            <a:avLst/>
          </a:prstGeom>
          <a:ln>
            <a:no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520668A5-793B-AC35-E076-DC13B22DC8AE}"/>
              </a:ext>
            </a:extLst>
          </p:cNvPr>
          <p:cNvSpPr txBox="1"/>
          <p:nvPr/>
        </p:nvSpPr>
        <p:spPr>
          <a:xfrm>
            <a:off x="6805559" y="3364806"/>
            <a:ext cx="1810560" cy="307777"/>
          </a:xfrm>
          <a:prstGeom prst="rect">
            <a:avLst/>
          </a:prstGeom>
          <a:noFill/>
        </p:spPr>
        <p:txBody>
          <a:bodyPr wrap="none" rtlCol="0">
            <a:spAutoFit/>
          </a:bodyPr>
          <a:lstStyle/>
          <a:p>
            <a:r>
              <a:rPr lang="en-US" sz="1400" dirty="0"/>
              <a:t>Fig 4: Moisture Sensor</a:t>
            </a:r>
            <a:endParaRPr lang="en-IN" sz="1400" dirty="0"/>
          </a:p>
        </p:txBody>
      </p:sp>
      <p:pic>
        <p:nvPicPr>
          <p:cNvPr id="13" name="Picture 12">
            <a:extLst>
              <a:ext uri="{FF2B5EF4-FFF2-40B4-BE49-F238E27FC236}">
                <a16:creationId xmlns:a16="http://schemas.microsoft.com/office/drawing/2014/main" id="{3AEAD578-9BE0-E422-18B9-9CC77F5D019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2186" b="16846"/>
          <a:stretch/>
        </p:blipFill>
        <p:spPr bwMode="auto">
          <a:xfrm>
            <a:off x="3730456" y="4035615"/>
            <a:ext cx="2125980" cy="1508760"/>
          </a:xfrm>
          <a:prstGeom prst="rect">
            <a:avLst/>
          </a:prstGeom>
          <a:ln>
            <a:noFill/>
          </a:ln>
          <a:extLst>
            <a:ext uri="{53640926-AAD7-44D8-BBD7-CCE9431645EC}">
              <a14:shadowObscured xmlns:a14="http://schemas.microsoft.com/office/drawing/2010/main"/>
            </a:ext>
          </a:extLst>
        </p:spPr>
      </p:pic>
      <p:sp>
        <p:nvSpPr>
          <p:cNvPr id="15" name="TextBox 14">
            <a:extLst>
              <a:ext uri="{FF2B5EF4-FFF2-40B4-BE49-F238E27FC236}">
                <a16:creationId xmlns:a16="http://schemas.microsoft.com/office/drawing/2014/main" id="{95316B0E-B3DE-A020-14D7-F3152E714D14}"/>
              </a:ext>
            </a:extLst>
          </p:cNvPr>
          <p:cNvSpPr txBox="1"/>
          <p:nvPr/>
        </p:nvSpPr>
        <p:spPr>
          <a:xfrm>
            <a:off x="6722723" y="5644167"/>
            <a:ext cx="1527854" cy="307777"/>
          </a:xfrm>
          <a:prstGeom prst="rect">
            <a:avLst/>
          </a:prstGeom>
          <a:noFill/>
        </p:spPr>
        <p:txBody>
          <a:bodyPr wrap="none" rtlCol="0">
            <a:spAutoFit/>
          </a:bodyPr>
          <a:lstStyle/>
          <a:p>
            <a:r>
              <a:rPr lang="en-US" sz="1400" dirty="0"/>
              <a:t>Fig 6: Servo Motor</a:t>
            </a:r>
            <a:endParaRPr lang="en-IN" sz="1400" dirty="0"/>
          </a:p>
        </p:txBody>
      </p:sp>
      <p:pic>
        <p:nvPicPr>
          <p:cNvPr id="16" name="Picture 15">
            <a:extLst>
              <a:ext uri="{FF2B5EF4-FFF2-40B4-BE49-F238E27FC236}">
                <a16:creationId xmlns:a16="http://schemas.microsoft.com/office/drawing/2014/main" id="{976547AF-5812-0337-C2A6-9DDCE3B51B7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3052" t="5725" r="16502" b="8016"/>
          <a:stretch/>
        </p:blipFill>
        <p:spPr bwMode="auto">
          <a:xfrm>
            <a:off x="6490139" y="3922047"/>
            <a:ext cx="2125980" cy="1722120"/>
          </a:xfrm>
          <a:prstGeom prst="rect">
            <a:avLst/>
          </a:prstGeom>
          <a:ln>
            <a:noFill/>
          </a:ln>
          <a:extLst>
            <a:ext uri="{53640926-AAD7-44D8-BBD7-CCE9431645EC}">
              <a14:shadowObscured xmlns:a14="http://schemas.microsoft.com/office/drawing/2010/main"/>
            </a:ext>
          </a:extLst>
        </p:spPr>
      </p:pic>
      <p:sp>
        <p:nvSpPr>
          <p:cNvPr id="17" name="TextBox 16">
            <a:extLst>
              <a:ext uri="{FF2B5EF4-FFF2-40B4-BE49-F238E27FC236}">
                <a16:creationId xmlns:a16="http://schemas.microsoft.com/office/drawing/2014/main" id="{794FE7F1-9C29-4609-8EA2-0F76BAAE4A1D}"/>
              </a:ext>
            </a:extLst>
          </p:cNvPr>
          <p:cNvSpPr txBox="1"/>
          <p:nvPr/>
        </p:nvSpPr>
        <p:spPr>
          <a:xfrm>
            <a:off x="3990181" y="5644167"/>
            <a:ext cx="1606530" cy="307777"/>
          </a:xfrm>
          <a:prstGeom prst="rect">
            <a:avLst/>
          </a:prstGeom>
          <a:noFill/>
        </p:spPr>
        <p:txBody>
          <a:bodyPr wrap="none" rtlCol="0">
            <a:spAutoFit/>
          </a:bodyPr>
          <a:lstStyle/>
          <a:p>
            <a:r>
              <a:rPr lang="en-US" sz="1400" dirty="0"/>
              <a:t>Fig 5: Sound Sensor</a:t>
            </a:r>
            <a:endParaRPr lang="en-IN" sz="1400" dirty="0"/>
          </a:p>
        </p:txBody>
      </p:sp>
    </p:spTree>
    <p:extLst>
      <p:ext uri="{BB962C8B-B14F-4D97-AF65-F5344CB8AC3E}">
        <p14:creationId xmlns:p14="http://schemas.microsoft.com/office/powerpoint/2010/main" val="350545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5F734-F76A-FAAB-32B9-881288C74F0D}"/>
              </a:ext>
            </a:extLst>
          </p:cNvPr>
          <p:cNvSpPr>
            <a:spLocks noGrp="1"/>
          </p:cNvSpPr>
          <p:nvPr>
            <p:ph type="title"/>
          </p:nvPr>
        </p:nvSpPr>
        <p:spPr/>
        <p:txBody>
          <a:bodyPr>
            <a:normAutofit/>
          </a:bodyPr>
          <a:lstStyle/>
          <a:p>
            <a:r>
              <a:rPr lang="en-US" sz="4000" b="1" dirty="0">
                <a:solidFill>
                  <a:schemeClr val="accent1">
                    <a:lumMod val="75000"/>
                  </a:schemeClr>
                </a:solidFill>
                <a:effectLst>
                  <a:outerShdw blurRad="38100" dist="38100" dir="2700000" algn="tl">
                    <a:srgbClr val="000000">
                      <a:alpha val="43137"/>
                    </a:srgbClr>
                  </a:outerShdw>
                </a:effectLst>
              </a:rPr>
              <a:t>Results and Discussion</a:t>
            </a:r>
            <a:endParaRPr lang="en-IN" sz="4000" b="1" dirty="0">
              <a:solidFill>
                <a:schemeClr val="accent1">
                  <a:lumMod val="75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34AE5F59-443A-6CF3-59C5-D353017692ED}"/>
              </a:ext>
            </a:extLst>
          </p:cNvPr>
          <p:cNvSpPr>
            <a:spLocks noGrp="1"/>
          </p:cNvSpPr>
          <p:nvPr>
            <p:ph idx="1"/>
          </p:nvPr>
        </p:nvSpPr>
        <p:spPr>
          <a:xfrm>
            <a:off x="628650" y="1825625"/>
            <a:ext cx="4051505" cy="4351338"/>
          </a:xfrm>
        </p:spPr>
        <p:txBody>
          <a:bodyPr/>
          <a:lstStyle/>
          <a:p>
            <a:pPr marL="0" indent="0" algn="just">
              <a:buNone/>
            </a:pPr>
            <a:endParaRPr lang="en-US" dirty="0"/>
          </a:p>
          <a:p>
            <a:pPr marL="0" indent="0" algn="just">
              <a:buNone/>
            </a:pPr>
            <a:r>
              <a:rPr lang="en-US" dirty="0"/>
              <a:t>The Smart Cradle reliably detected cries and wet conditions, sending instant alerts and enabling smooth, remote rocking. Seamless software integration ensured fast communication. Overall, it reduced caregiver effort, improved baby comfort, and shows great potential for future upgrades.</a:t>
            </a:r>
          </a:p>
          <a:p>
            <a:endParaRPr lang="en-IN" dirty="0"/>
          </a:p>
        </p:txBody>
      </p:sp>
      <p:sp>
        <p:nvSpPr>
          <p:cNvPr id="4" name="Footer Placeholder 3">
            <a:extLst>
              <a:ext uri="{FF2B5EF4-FFF2-40B4-BE49-F238E27FC236}">
                <a16:creationId xmlns:a16="http://schemas.microsoft.com/office/drawing/2014/main" id="{05D33773-7082-F89B-7465-4FA5AA3EA82A}"/>
              </a:ext>
            </a:extLst>
          </p:cNvPr>
          <p:cNvSpPr>
            <a:spLocks noGrp="1"/>
          </p:cNvSpPr>
          <p:nvPr>
            <p:ph type="ftr" sz="quarter" idx="11"/>
          </p:nvPr>
        </p:nvSpPr>
        <p:spPr/>
        <p:txBody>
          <a:bodyPr/>
          <a:lstStyle/>
          <a:p>
            <a:r>
              <a:rPr lang="en-IN"/>
              <a:t>Dept. of E&amp;C</a:t>
            </a:r>
          </a:p>
        </p:txBody>
      </p:sp>
      <p:sp>
        <p:nvSpPr>
          <p:cNvPr id="5" name="Slide Number Placeholder 4">
            <a:extLst>
              <a:ext uri="{FF2B5EF4-FFF2-40B4-BE49-F238E27FC236}">
                <a16:creationId xmlns:a16="http://schemas.microsoft.com/office/drawing/2014/main" id="{555C450C-AB90-B153-3448-5F657EB0149D}"/>
              </a:ext>
            </a:extLst>
          </p:cNvPr>
          <p:cNvSpPr>
            <a:spLocks noGrp="1"/>
          </p:cNvSpPr>
          <p:nvPr>
            <p:ph type="sldNum" sz="quarter" idx="12"/>
          </p:nvPr>
        </p:nvSpPr>
        <p:spPr/>
        <p:txBody>
          <a:bodyPr/>
          <a:lstStyle/>
          <a:p>
            <a:fld id="{CEC4E561-08C1-4DAE-A2BA-64F75AB29175}" type="slidenum">
              <a:rPr lang="en-IN" smtClean="0"/>
              <a:t>6</a:t>
            </a:fld>
            <a:endParaRPr lang="en-IN"/>
          </a:p>
        </p:txBody>
      </p:sp>
      <p:pic>
        <p:nvPicPr>
          <p:cNvPr id="8" name="Picture 7">
            <a:extLst>
              <a:ext uri="{FF2B5EF4-FFF2-40B4-BE49-F238E27FC236}">
                <a16:creationId xmlns:a16="http://schemas.microsoft.com/office/drawing/2014/main" id="{E56B4E15-D27A-9580-81D7-82019450ACD6}"/>
              </a:ext>
            </a:extLst>
          </p:cNvPr>
          <p:cNvPicPr>
            <a:picLocks noChangeAspect="1"/>
          </p:cNvPicPr>
          <p:nvPr/>
        </p:nvPicPr>
        <p:blipFill rotWithShape="1">
          <a:blip r:embed="rId2">
            <a:extLst>
              <a:ext uri="{28A0092B-C50C-407E-A947-70E740481C1C}">
                <a14:useLocalDpi xmlns:a14="http://schemas.microsoft.com/office/drawing/2010/main" val="0"/>
              </a:ext>
            </a:extLst>
          </a:blip>
          <a:srcRect t="60376"/>
          <a:stretch/>
        </p:blipFill>
        <p:spPr bwMode="auto">
          <a:xfrm>
            <a:off x="4667056" y="1716768"/>
            <a:ext cx="4476944" cy="3431917"/>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C0413A70-4320-5FCB-C920-3164F033C660}"/>
              </a:ext>
            </a:extLst>
          </p:cNvPr>
          <p:cNvSpPr txBox="1"/>
          <p:nvPr/>
        </p:nvSpPr>
        <p:spPr>
          <a:xfrm>
            <a:off x="5860536" y="5148685"/>
            <a:ext cx="1494320" cy="307777"/>
          </a:xfrm>
          <a:prstGeom prst="rect">
            <a:avLst/>
          </a:prstGeom>
          <a:noFill/>
        </p:spPr>
        <p:txBody>
          <a:bodyPr wrap="none" rtlCol="0">
            <a:spAutoFit/>
          </a:bodyPr>
          <a:lstStyle/>
          <a:p>
            <a:r>
              <a:rPr lang="en-US" sz="1400" dirty="0"/>
              <a:t>Fig 7: SMS Output</a:t>
            </a:r>
            <a:endParaRPr lang="en-IN" sz="1400" dirty="0"/>
          </a:p>
        </p:txBody>
      </p:sp>
    </p:spTree>
    <p:extLst>
      <p:ext uri="{BB962C8B-B14F-4D97-AF65-F5344CB8AC3E}">
        <p14:creationId xmlns:p14="http://schemas.microsoft.com/office/powerpoint/2010/main" val="1514208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C3D96-C86A-1C00-B391-A7B4E853FAFF}"/>
              </a:ext>
            </a:extLst>
          </p:cNvPr>
          <p:cNvSpPr>
            <a:spLocks noGrp="1"/>
          </p:cNvSpPr>
          <p:nvPr>
            <p:ph type="title"/>
          </p:nvPr>
        </p:nvSpPr>
        <p:spPr/>
        <p:txBody>
          <a:bodyPr>
            <a:normAutofit/>
          </a:bodyPr>
          <a:lstStyle/>
          <a:p>
            <a:r>
              <a:rPr lang="en-US" sz="4000" b="1" dirty="0">
                <a:solidFill>
                  <a:schemeClr val="accent1">
                    <a:lumMod val="75000"/>
                  </a:schemeClr>
                </a:solidFill>
                <a:effectLst>
                  <a:outerShdw blurRad="38100" dist="38100" dir="2700000" algn="tl">
                    <a:srgbClr val="000000">
                      <a:alpha val="43137"/>
                    </a:srgbClr>
                  </a:outerShdw>
                </a:effectLst>
              </a:rPr>
              <a:t>Conclusion</a:t>
            </a:r>
            <a:endParaRPr lang="en-IN" sz="4000" b="1" dirty="0">
              <a:solidFill>
                <a:schemeClr val="accent1">
                  <a:lumMod val="75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E3EB332-7DF2-10A2-95AF-8BA4DDF13678}"/>
              </a:ext>
            </a:extLst>
          </p:cNvPr>
          <p:cNvSpPr>
            <a:spLocks noGrp="1"/>
          </p:cNvSpPr>
          <p:nvPr>
            <p:ph idx="1"/>
          </p:nvPr>
        </p:nvSpPr>
        <p:spPr/>
        <p:txBody>
          <a:bodyPr/>
          <a:lstStyle/>
          <a:p>
            <a:pPr marL="0" indent="0" algn="just">
              <a:buNone/>
            </a:pPr>
            <a:r>
              <a:rPr lang="en-US" dirty="0"/>
              <a:t>The Smart Cradle redefines infant care by combining intelligent sensing, automation, and real-time alerts. It delivers peace of mind, reduces caregiver burden, and ensures a safer, more comfortable environment for babies. With future enhancements like additional sensors and machine learning, it promises to become an even smarter, more personalized childcare solution.</a:t>
            </a:r>
            <a:endParaRPr lang="en-IN" dirty="0"/>
          </a:p>
        </p:txBody>
      </p:sp>
      <p:sp>
        <p:nvSpPr>
          <p:cNvPr id="4" name="Footer Placeholder 3">
            <a:extLst>
              <a:ext uri="{FF2B5EF4-FFF2-40B4-BE49-F238E27FC236}">
                <a16:creationId xmlns:a16="http://schemas.microsoft.com/office/drawing/2014/main" id="{09BF8A57-17F5-AF87-78BD-CF3489EABD30}"/>
              </a:ext>
            </a:extLst>
          </p:cNvPr>
          <p:cNvSpPr>
            <a:spLocks noGrp="1"/>
          </p:cNvSpPr>
          <p:nvPr>
            <p:ph type="ftr" sz="quarter" idx="11"/>
          </p:nvPr>
        </p:nvSpPr>
        <p:spPr/>
        <p:txBody>
          <a:bodyPr/>
          <a:lstStyle/>
          <a:p>
            <a:r>
              <a:rPr lang="en-IN"/>
              <a:t>Dept. of E&amp;C</a:t>
            </a:r>
          </a:p>
        </p:txBody>
      </p:sp>
      <p:sp>
        <p:nvSpPr>
          <p:cNvPr id="5" name="Slide Number Placeholder 4">
            <a:extLst>
              <a:ext uri="{FF2B5EF4-FFF2-40B4-BE49-F238E27FC236}">
                <a16:creationId xmlns:a16="http://schemas.microsoft.com/office/drawing/2014/main" id="{43BF9003-F5A8-702E-4FF5-9D28A3452734}"/>
              </a:ext>
            </a:extLst>
          </p:cNvPr>
          <p:cNvSpPr>
            <a:spLocks noGrp="1"/>
          </p:cNvSpPr>
          <p:nvPr>
            <p:ph type="sldNum" sz="quarter" idx="12"/>
          </p:nvPr>
        </p:nvSpPr>
        <p:spPr/>
        <p:txBody>
          <a:bodyPr/>
          <a:lstStyle/>
          <a:p>
            <a:fld id="{CEC4E561-08C1-4DAE-A2BA-64F75AB29175}" type="slidenum">
              <a:rPr lang="en-IN" smtClean="0"/>
              <a:t>7</a:t>
            </a:fld>
            <a:endParaRPr lang="en-IN"/>
          </a:p>
        </p:txBody>
      </p:sp>
    </p:spTree>
    <p:extLst>
      <p:ext uri="{BB962C8B-B14F-4D97-AF65-F5344CB8AC3E}">
        <p14:creationId xmlns:p14="http://schemas.microsoft.com/office/powerpoint/2010/main" val="5922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2D51-5EDC-B7F8-8D4F-2A7095CB9E19}"/>
              </a:ext>
            </a:extLst>
          </p:cNvPr>
          <p:cNvSpPr>
            <a:spLocks noGrp="1"/>
          </p:cNvSpPr>
          <p:nvPr>
            <p:ph type="title"/>
          </p:nvPr>
        </p:nvSpPr>
        <p:spPr/>
        <p:txBody>
          <a:bodyPr>
            <a:normAutofit/>
          </a:bodyPr>
          <a:lstStyle/>
          <a:p>
            <a:r>
              <a:rPr lang="en-US" sz="4000" b="1" dirty="0">
                <a:solidFill>
                  <a:schemeClr val="accent1">
                    <a:lumMod val="75000"/>
                  </a:schemeClr>
                </a:solidFill>
                <a:effectLst>
                  <a:outerShdw blurRad="38100" dist="38100" dir="2700000" algn="tl">
                    <a:srgbClr val="000000">
                      <a:alpha val="43137"/>
                    </a:srgbClr>
                  </a:outerShdw>
                </a:effectLst>
              </a:rPr>
              <a:t>References</a:t>
            </a:r>
            <a:endParaRPr lang="en-IN" sz="4000" b="1" dirty="0">
              <a:solidFill>
                <a:schemeClr val="accent1">
                  <a:lumMod val="75000"/>
                </a:schemeClr>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4509916-A2B9-48DC-A153-95AEF779BB5E}"/>
              </a:ext>
            </a:extLst>
          </p:cNvPr>
          <p:cNvSpPr>
            <a:spLocks noGrp="1"/>
          </p:cNvSpPr>
          <p:nvPr>
            <p:ph idx="1"/>
          </p:nvPr>
        </p:nvSpPr>
        <p:spPr/>
        <p:txBody>
          <a:bodyPr/>
          <a:lstStyle/>
          <a:p>
            <a:pPr marL="0" indent="0">
              <a:buNone/>
            </a:pPr>
            <a:r>
              <a:rPr lang="en-US" dirty="0"/>
              <a:t>[1] </a:t>
            </a:r>
            <a:r>
              <a:rPr lang="en-US" sz="1800" dirty="0">
                <a:effectLst/>
                <a:latin typeface="Arial" panose="020B0604020202020204" pitchFamily="34" charset="0"/>
                <a:ea typeface="Times New Roman" panose="02020603050405020304" pitchFamily="18" charset="0"/>
              </a:rPr>
              <a:t>https://www.youtube.com/watch?v=grwsxXAPO7A</a:t>
            </a:r>
            <a:endParaRPr lang="en-US" dirty="0"/>
          </a:p>
          <a:p>
            <a:pPr marL="0" indent="0">
              <a:buNone/>
            </a:pPr>
            <a:r>
              <a:rPr lang="en-US" dirty="0"/>
              <a:t>[2] </a:t>
            </a:r>
            <a:r>
              <a:rPr lang="en-US" sz="1800" dirty="0">
                <a:effectLst/>
                <a:latin typeface="Arial" panose="020B0604020202020204" pitchFamily="34" charset="0"/>
                <a:ea typeface="Times New Roman" panose="02020603050405020304" pitchFamily="18" charset="0"/>
                <a:cs typeface="Mangal" panose="02040503050203030202" pitchFamily="18" charset="0"/>
              </a:rPr>
              <a:t>Enhanced Baby Monitoring: IoT-driven Smart Cradle System (2023) by Deepika, Asst. Prof. Vishalakshi Patil</a:t>
            </a:r>
            <a:endParaRPr lang="en-IN" sz="1800" dirty="0">
              <a:effectLst/>
              <a:latin typeface="Times New Roman" panose="02020603050405020304" pitchFamily="18" charset="0"/>
              <a:ea typeface="Times New Roman" panose="02020603050405020304" pitchFamily="18" charset="0"/>
              <a:cs typeface="Mangal" panose="02040503050203030202" pitchFamily="18" charset="0"/>
            </a:endParaRPr>
          </a:p>
          <a:p>
            <a:pPr marL="0" indent="0">
              <a:buNone/>
            </a:pPr>
            <a:r>
              <a:rPr lang="en-IN" dirty="0"/>
              <a:t>[3] </a:t>
            </a:r>
            <a:r>
              <a:rPr lang="en-US" sz="1800" dirty="0">
                <a:effectLst/>
                <a:latin typeface="Arial" panose="020B0604020202020204" pitchFamily="34" charset="0"/>
                <a:ea typeface="Times New Roman" panose="02020603050405020304" pitchFamily="18" charset="0"/>
                <a:cs typeface="Mangal" panose="02040503050203030202" pitchFamily="18" charset="0"/>
              </a:rPr>
              <a:t>Smart Baby Cradle By Using IoT | Frontiers in Health Informatics by Shital Pawar , Medha </a:t>
            </a:r>
            <a:r>
              <a:rPr lang="en-US" sz="1800" dirty="0" err="1">
                <a:effectLst/>
                <a:latin typeface="Arial" panose="020B0604020202020204" pitchFamily="34" charset="0"/>
                <a:ea typeface="Times New Roman" panose="02020603050405020304" pitchFamily="18" charset="0"/>
                <a:cs typeface="Mangal" panose="02040503050203030202" pitchFamily="18" charset="0"/>
              </a:rPr>
              <a:t>Wywahare</a:t>
            </a:r>
            <a:r>
              <a:rPr lang="en-US" sz="1800" dirty="0">
                <a:effectLst/>
                <a:latin typeface="Arial" panose="020B0604020202020204" pitchFamily="34" charset="0"/>
                <a:ea typeface="Times New Roman" panose="02020603050405020304" pitchFamily="18" charset="0"/>
                <a:cs typeface="Mangal" panose="02040503050203030202" pitchFamily="18" charset="0"/>
              </a:rPr>
              <a:t>, Ashwini </a:t>
            </a:r>
            <a:r>
              <a:rPr lang="en-US" sz="1800" dirty="0" err="1">
                <a:effectLst/>
                <a:latin typeface="Arial" panose="020B0604020202020204" pitchFamily="34" charset="0"/>
                <a:ea typeface="Times New Roman" panose="02020603050405020304" pitchFamily="18" charset="0"/>
                <a:cs typeface="Mangal" panose="02040503050203030202" pitchFamily="18" charset="0"/>
              </a:rPr>
              <a:t>Barbadekar</a:t>
            </a:r>
            <a:r>
              <a:rPr lang="en-US" sz="1800" dirty="0">
                <a:effectLst/>
                <a:latin typeface="Arial" panose="020B0604020202020204" pitchFamily="34" charset="0"/>
                <a:ea typeface="Times New Roman" panose="02020603050405020304" pitchFamily="18" charset="0"/>
                <a:cs typeface="Mangal" panose="02040503050203030202" pitchFamily="18" charset="0"/>
              </a:rPr>
              <a:t>, Payal Chavan, Simran Pathan, Rahul </a:t>
            </a:r>
            <a:r>
              <a:rPr lang="en-US" sz="1800" dirty="0" err="1">
                <a:effectLst/>
                <a:latin typeface="Arial" panose="020B0604020202020204" pitchFamily="34" charset="0"/>
                <a:ea typeface="Times New Roman" panose="02020603050405020304" pitchFamily="18" charset="0"/>
                <a:cs typeface="Mangal" panose="02040503050203030202" pitchFamily="18" charset="0"/>
              </a:rPr>
              <a:t>diware</a:t>
            </a:r>
            <a:r>
              <a:rPr lang="en-US" sz="1800" dirty="0">
                <a:effectLst/>
                <a:latin typeface="Arial" panose="020B0604020202020204" pitchFamily="34" charset="0"/>
                <a:ea typeface="Times New Roman" panose="02020603050405020304" pitchFamily="18" charset="0"/>
                <a:cs typeface="Mangal" panose="02040503050203030202" pitchFamily="18" charset="0"/>
              </a:rPr>
              <a:t>.</a:t>
            </a:r>
            <a:endParaRPr lang="en-IN" sz="1800" dirty="0">
              <a:effectLst/>
              <a:latin typeface="Times New Roman" panose="02020603050405020304" pitchFamily="18" charset="0"/>
              <a:ea typeface="Times New Roman" panose="02020603050405020304" pitchFamily="18" charset="0"/>
              <a:cs typeface="Mangal" panose="02040503050203030202"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AE4CB531-ED6A-67AB-F79F-EE1DF1DB2F62}"/>
              </a:ext>
            </a:extLst>
          </p:cNvPr>
          <p:cNvSpPr>
            <a:spLocks noGrp="1"/>
          </p:cNvSpPr>
          <p:nvPr>
            <p:ph type="ftr" sz="quarter" idx="11"/>
          </p:nvPr>
        </p:nvSpPr>
        <p:spPr/>
        <p:txBody>
          <a:bodyPr/>
          <a:lstStyle/>
          <a:p>
            <a:r>
              <a:rPr lang="en-IN"/>
              <a:t>Dept. of E&amp;C</a:t>
            </a:r>
          </a:p>
        </p:txBody>
      </p:sp>
      <p:sp>
        <p:nvSpPr>
          <p:cNvPr id="5" name="Slide Number Placeholder 4">
            <a:extLst>
              <a:ext uri="{FF2B5EF4-FFF2-40B4-BE49-F238E27FC236}">
                <a16:creationId xmlns:a16="http://schemas.microsoft.com/office/drawing/2014/main" id="{0236D42A-DBF7-07D0-F1FA-F41350938BE2}"/>
              </a:ext>
            </a:extLst>
          </p:cNvPr>
          <p:cNvSpPr>
            <a:spLocks noGrp="1"/>
          </p:cNvSpPr>
          <p:nvPr>
            <p:ph type="sldNum" sz="quarter" idx="12"/>
          </p:nvPr>
        </p:nvSpPr>
        <p:spPr/>
        <p:txBody>
          <a:bodyPr/>
          <a:lstStyle/>
          <a:p>
            <a:fld id="{CEC4E561-08C1-4DAE-A2BA-64F75AB29175}" type="slidenum">
              <a:rPr lang="en-IN" smtClean="0"/>
              <a:t>8</a:t>
            </a:fld>
            <a:endParaRPr lang="en-IN"/>
          </a:p>
        </p:txBody>
      </p:sp>
    </p:spTree>
    <p:extLst>
      <p:ext uri="{BB962C8B-B14F-4D97-AF65-F5344CB8AC3E}">
        <p14:creationId xmlns:p14="http://schemas.microsoft.com/office/powerpoint/2010/main" val="1134187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65584-0091-E016-060C-AFEB982CC726}"/>
              </a:ext>
            </a:extLst>
          </p:cNvPr>
          <p:cNvSpPr>
            <a:spLocks noGrp="1"/>
          </p:cNvSpPr>
          <p:nvPr>
            <p:ph type="title"/>
          </p:nvPr>
        </p:nvSpPr>
        <p:spPr>
          <a:xfrm>
            <a:off x="868135" y="2433412"/>
            <a:ext cx="7886700" cy="1325563"/>
          </a:xfrm>
        </p:spPr>
        <p:txBody>
          <a:bodyPr>
            <a:normAutofit/>
          </a:bodyPr>
          <a:lstStyle/>
          <a:p>
            <a:pPr algn="ctr"/>
            <a:r>
              <a:rPr lang="en-US" sz="6000" b="1" dirty="0">
                <a:solidFill>
                  <a:schemeClr val="accent1">
                    <a:lumMod val="75000"/>
                  </a:schemeClr>
                </a:solidFill>
                <a:latin typeface="Lucida Calligraphy" panose="03010101010101010101" pitchFamily="66" charset="0"/>
              </a:rPr>
              <a:t>Thank You</a:t>
            </a:r>
            <a:endParaRPr lang="en-IN" sz="6000" b="1" dirty="0">
              <a:solidFill>
                <a:schemeClr val="accent1">
                  <a:lumMod val="75000"/>
                </a:schemeClr>
              </a:solidFill>
              <a:latin typeface="Lucida Calligraphy" panose="03010101010101010101" pitchFamily="66" charset="0"/>
            </a:endParaRPr>
          </a:p>
        </p:txBody>
      </p:sp>
      <p:sp>
        <p:nvSpPr>
          <p:cNvPr id="4" name="Footer Placeholder 3">
            <a:extLst>
              <a:ext uri="{FF2B5EF4-FFF2-40B4-BE49-F238E27FC236}">
                <a16:creationId xmlns:a16="http://schemas.microsoft.com/office/drawing/2014/main" id="{27DCA3AC-EC15-B1F6-4092-D869D4374488}"/>
              </a:ext>
            </a:extLst>
          </p:cNvPr>
          <p:cNvSpPr>
            <a:spLocks noGrp="1"/>
          </p:cNvSpPr>
          <p:nvPr>
            <p:ph type="ftr" sz="quarter" idx="11"/>
          </p:nvPr>
        </p:nvSpPr>
        <p:spPr/>
        <p:txBody>
          <a:bodyPr/>
          <a:lstStyle/>
          <a:p>
            <a:r>
              <a:rPr lang="en-IN"/>
              <a:t>Dept. of E&amp;C</a:t>
            </a:r>
          </a:p>
        </p:txBody>
      </p:sp>
      <p:sp>
        <p:nvSpPr>
          <p:cNvPr id="5" name="Slide Number Placeholder 4">
            <a:extLst>
              <a:ext uri="{FF2B5EF4-FFF2-40B4-BE49-F238E27FC236}">
                <a16:creationId xmlns:a16="http://schemas.microsoft.com/office/drawing/2014/main" id="{41D2A6A4-6AD2-75A5-628C-8A12B6C54501}"/>
              </a:ext>
            </a:extLst>
          </p:cNvPr>
          <p:cNvSpPr>
            <a:spLocks noGrp="1"/>
          </p:cNvSpPr>
          <p:nvPr>
            <p:ph type="sldNum" sz="quarter" idx="12"/>
          </p:nvPr>
        </p:nvSpPr>
        <p:spPr/>
        <p:txBody>
          <a:bodyPr/>
          <a:lstStyle/>
          <a:p>
            <a:fld id="{CEC4E561-08C1-4DAE-A2BA-64F75AB29175}" type="slidenum">
              <a:rPr lang="en-IN" smtClean="0"/>
              <a:t>9</a:t>
            </a:fld>
            <a:endParaRPr lang="en-IN"/>
          </a:p>
        </p:txBody>
      </p:sp>
    </p:spTree>
    <p:extLst>
      <p:ext uri="{BB962C8B-B14F-4D97-AF65-F5344CB8AC3E}">
        <p14:creationId xmlns:p14="http://schemas.microsoft.com/office/powerpoint/2010/main" val="202626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127</TotalTime>
  <Words>389</Words>
  <Application>Microsoft Office PowerPoint</Application>
  <PresentationFormat>On-screen Show (4:3)</PresentationFormat>
  <Paragraphs>60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Lucida Calligraphy</vt:lpstr>
      <vt:lpstr>Times New Roman</vt:lpstr>
      <vt:lpstr>Office Theme</vt:lpstr>
      <vt:lpstr>Contents</vt:lpstr>
      <vt:lpstr>Introduction</vt:lpstr>
      <vt:lpstr>Methodology</vt:lpstr>
      <vt:lpstr>Methodology</vt:lpstr>
      <vt:lpstr>Hardware and Software Requirements</vt:lpstr>
      <vt:lpstr>Results and Discussion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ashwini k</dc:creator>
  <cp:lastModifiedBy>Sannidhi S Rao</cp:lastModifiedBy>
  <cp:revision>13</cp:revision>
  <dcterms:created xsi:type="dcterms:W3CDTF">2023-10-12T10:29:41Z</dcterms:created>
  <dcterms:modified xsi:type="dcterms:W3CDTF">2026-07-19T14:05:34Z</dcterms:modified>
</cp:coreProperties>
</file>